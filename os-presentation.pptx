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3004800" cy="9753600"/>
  <p:notesSz cx="130048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0240" y="390144"/>
            <a:ext cx="1170432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0240" y="2243328"/>
            <a:ext cx="1170432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28.png"/><Relationship Id="rId17" Type="http://schemas.openxmlformats.org/officeDocument/2006/relationships/image" Target="../media/image29.png"/><Relationship Id="rId18" Type="http://schemas.openxmlformats.org/officeDocument/2006/relationships/image" Target="../media/image30.png"/><Relationship Id="rId19" Type="http://schemas.openxmlformats.org/officeDocument/2006/relationships/image" Target="../media/image31.png"/><Relationship Id="rId20" Type="http://schemas.openxmlformats.org/officeDocument/2006/relationships/image" Target="../media/image3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95096" y="3736325"/>
            <a:ext cx="11507470" cy="1560195"/>
          </a:xfrm>
          <a:custGeom>
            <a:avLst/>
            <a:gdLst/>
            <a:ahLst/>
            <a:cxnLst/>
            <a:rect l="l" t="t" r="r" b="b"/>
            <a:pathLst>
              <a:path w="11507470" h="1560195">
                <a:moveTo>
                  <a:pt x="558173" y="10817"/>
                </a:moveTo>
                <a:lnTo>
                  <a:pt x="0" y="10817"/>
                </a:lnTo>
                <a:lnTo>
                  <a:pt x="0" y="1546874"/>
                </a:lnTo>
                <a:lnTo>
                  <a:pt x="558173" y="1546874"/>
                </a:lnTo>
                <a:lnTo>
                  <a:pt x="615065" y="1545387"/>
                </a:lnTo>
                <a:lnTo>
                  <a:pt x="669996" y="1540925"/>
                </a:lnTo>
                <a:lnTo>
                  <a:pt x="722967" y="1533488"/>
                </a:lnTo>
                <a:lnTo>
                  <a:pt x="773978" y="1523076"/>
                </a:lnTo>
                <a:lnTo>
                  <a:pt x="823027" y="1509690"/>
                </a:lnTo>
                <a:lnTo>
                  <a:pt x="870117" y="1493329"/>
                </a:lnTo>
                <a:lnTo>
                  <a:pt x="915245" y="1473993"/>
                </a:lnTo>
                <a:lnTo>
                  <a:pt x="958413" y="1451682"/>
                </a:lnTo>
                <a:lnTo>
                  <a:pt x="999924" y="1426667"/>
                </a:lnTo>
                <a:lnTo>
                  <a:pt x="1039002" y="1399218"/>
                </a:lnTo>
                <a:lnTo>
                  <a:pt x="1075645" y="1369335"/>
                </a:lnTo>
                <a:lnTo>
                  <a:pt x="1109855" y="1337019"/>
                </a:lnTo>
                <a:lnTo>
                  <a:pt x="1141631" y="1302268"/>
                </a:lnTo>
                <a:lnTo>
                  <a:pt x="1155182" y="1285095"/>
                </a:lnTo>
                <a:lnTo>
                  <a:pt x="298557" y="1285095"/>
                </a:lnTo>
                <a:lnTo>
                  <a:pt x="298557" y="272596"/>
                </a:lnTo>
                <a:lnTo>
                  <a:pt x="1157387" y="272596"/>
                </a:lnTo>
                <a:lnTo>
                  <a:pt x="1155862" y="270500"/>
                </a:lnTo>
                <a:lnTo>
                  <a:pt x="1125540" y="234735"/>
                </a:lnTo>
                <a:lnTo>
                  <a:pt x="1092581" y="201269"/>
                </a:lnTo>
                <a:lnTo>
                  <a:pt x="1056986" y="170102"/>
                </a:lnTo>
                <a:lnTo>
                  <a:pt x="1018753" y="141233"/>
                </a:lnTo>
                <a:lnTo>
                  <a:pt x="977884" y="114663"/>
                </a:lnTo>
                <a:lnTo>
                  <a:pt x="939369" y="92868"/>
                </a:lnTo>
                <a:lnTo>
                  <a:pt x="898824" y="73637"/>
                </a:lnTo>
                <a:lnTo>
                  <a:pt x="856249" y="56971"/>
                </a:lnTo>
                <a:lnTo>
                  <a:pt x="811645" y="42868"/>
                </a:lnTo>
                <a:lnTo>
                  <a:pt x="765010" y="31330"/>
                </a:lnTo>
                <a:lnTo>
                  <a:pt x="716346" y="22355"/>
                </a:lnTo>
                <a:lnTo>
                  <a:pt x="665651" y="15945"/>
                </a:lnTo>
                <a:lnTo>
                  <a:pt x="612927" y="12099"/>
                </a:lnTo>
                <a:lnTo>
                  <a:pt x="558173" y="10817"/>
                </a:lnTo>
                <a:close/>
              </a:path>
              <a:path w="11507470" h="1560195">
                <a:moveTo>
                  <a:pt x="1157387" y="272596"/>
                </a:moveTo>
                <a:lnTo>
                  <a:pt x="558173" y="272596"/>
                </a:lnTo>
                <a:lnTo>
                  <a:pt x="614423" y="275192"/>
                </a:lnTo>
                <a:lnTo>
                  <a:pt x="667211" y="282980"/>
                </a:lnTo>
                <a:lnTo>
                  <a:pt x="716538" y="295961"/>
                </a:lnTo>
                <a:lnTo>
                  <a:pt x="762403" y="314134"/>
                </a:lnTo>
                <a:lnTo>
                  <a:pt x="804807" y="337499"/>
                </a:lnTo>
                <a:lnTo>
                  <a:pt x="843576" y="364673"/>
                </a:lnTo>
                <a:lnTo>
                  <a:pt x="878538" y="395999"/>
                </a:lnTo>
                <a:lnTo>
                  <a:pt x="909692" y="431480"/>
                </a:lnTo>
                <a:lnTo>
                  <a:pt x="937038" y="471115"/>
                </a:lnTo>
                <a:lnTo>
                  <a:pt x="960576" y="514903"/>
                </a:lnTo>
                <a:lnTo>
                  <a:pt x="980047" y="561374"/>
                </a:lnTo>
                <a:lnTo>
                  <a:pt x="995192" y="610788"/>
                </a:lnTo>
                <a:lnTo>
                  <a:pt x="1006009" y="663144"/>
                </a:lnTo>
                <a:lnTo>
                  <a:pt x="1012499" y="718442"/>
                </a:lnTo>
                <a:lnTo>
                  <a:pt x="1014663" y="776682"/>
                </a:lnTo>
                <a:lnTo>
                  <a:pt x="1012499" y="833538"/>
                </a:lnTo>
                <a:lnTo>
                  <a:pt x="1006009" y="888144"/>
                </a:lnTo>
                <a:lnTo>
                  <a:pt x="995192" y="940499"/>
                </a:lnTo>
                <a:lnTo>
                  <a:pt x="980047" y="990605"/>
                </a:lnTo>
                <a:lnTo>
                  <a:pt x="960576" y="1038461"/>
                </a:lnTo>
                <a:lnTo>
                  <a:pt x="937817" y="1082422"/>
                </a:lnTo>
                <a:lnTo>
                  <a:pt x="911076" y="1122576"/>
                </a:lnTo>
                <a:lnTo>
                  <a:pt x="880355" y="1158922"/>
                </a:lnTo>
                <a:lnTo>
                  <a:pt x="845653" y="1191461"/>
                </a:lnTo>
                <a:lnTo>
                  <a:pt x="806971" y="1220192"/>
                </a:lnTo>
                <a:lnTo>
                  <a:pt x="764480" y="1243557"/>
                </a:lnTo>
                <a:lnTo>
                  <a:pt x="718355" y="1261730"/>
                </a:lnTo>
                <a:lnTo>
                  <a:pt x="668596" y="1274711"/>
                </a:lnTo>
                <a:lnTo>
                  <a:pt x="615201" y="1282499"/>
                </a:lnTo>
                <a:lnTo>
                  <a:pt x="558173" y="1285095"/>
                </a:lnTo>
                <a:lnTo>
                  <a:pt x="1155182" y="1285095"/>
                </a:lnTo>
                <a:lnTo>
                  <a:pt x="1197881" y="1225465"/>
                </a:lnTo>
                <a:lnTo>
                  <a:pt x="1222355" y="1183413"/>
                </a:lnTo>
                <a:lnTo>
                  <a:pt x="1244159" y="1139197"/>
                </a:lnTo>
                <a:lnTo>
                  <a:pt x="1263055" y="1093088"/>
                </a:lnTo>
                <a:lnTo>
                  <a:pt x="1279045" y="1045086"/>
                </a:lnTo>
                <a:lnTo>
                  <a:pt x="1292127" y="995192"/>
                </a:lnTo>
                <a:lnTo>
                  <a:pt x="1302302" y="943404"/>
                </a:lnTo>
                <a:lnTo>
                  <a:pt x="1309570" y="889723"/>
                </a:lnTo>
                <a:lnTo>
                  <a:pt x="1313930" y="834149"/>
                </a:lnTo>
                <a:lnTo>
                  <a:pt x="1315384" y="776682"/>
                </a:lnTo>
                <a:lnTo>
                  <a:pt x="1314066" y="724286"/>
                </a:lnTo>
                <a:lnTo>
                  <a:pt x="1310111" y="673106"/>
                </a:lnTo>
                <a:lnTo>
                  <a:pt x="1303519" y="623144"/>
                </a:lnTo>
                <a:lnTo>
                  <a:pt x="1294290" y="574398"/>
                </a:lnTo>
                <a:lnTo>
                  <a:pt x="1282425" y="526870"/>
                </a:lnTo>
                <a:lnTo>
                  <a:pt x="1267923" y="480558"/>
                </a:lnTo>
                <a:lnTo>
                  <a:pt x="1250784" y="435464"/>
                </a:lnTo>
                <a:lnTo>
                  <a:pt x="1231009" y="391586"/>
                </a:lnTo>
                <a:lnTo>
                  <a:pt x="1208597" y="348925"/>
                </a:lnTo>
                <a:lnTo>
                  <a:pt x="1183548" y="308563"/>
                </a:lnTo>
                <a:lnTo>
                  <a:pt x="1157387" y="272596"/>
                </a:lnTo>
                <a:close/>
              </a:path>
              <a:path w="11507470" h="1560195">
                <a:moveTo>
                  <a:pt x="2595764" y="10817"/>
                </a:moveTo>
                <a:lnTo>
                  <a:pt x="1548649" y="10817"/>
                </a:lnTo>
                <a:lnTo>
                  <a:pt x="1548649" y="1546874"/>
                </a:lnTo>
                <a:lnTo>
                  <a:pt x="2615235" y="1546874"/>
                </a:lnTo>
                <a:lnTo>
                  <a:pt x="2615235" y="1285095"/>
                </a:lnTo>
                <a:lnTo>
                  <a:pt x="1847207" y="1285095"/>
                </a:lnTo>
                <a:lnTo>
                  <a:pt x="1847207" y="884855"/>
                </a:lnTo>
                <a:lnTo>
                  <a:pt x="2494081" y="884855"/>
                </a:lnTo>
                <a:lnTo>
                  <a:pt x="2494081" y="642547"/>
                </a:lnTo>
                <a:lnTo>
                  <a:pt x="1847207" y="642547"/>
                </a:lnTo>
                <a:lnTo>
                  <a:pt x="1847207" y="272596"/>
                </a:lnTo>
                <a:lnTo>
                  <a:pt x="2595764" y="272596"/>
                </a:lnTo>
                <a:lnTo>
                  <a:pt x="2595764" y="10817"/>
                </a:lnTo>
                <a:close/>
              </a:path>
              <a:path w="11507470" h="1560195">
                <a:moveTo>
                  <a:pt x="3568426" y="10817"/>
                </a:moveTo>
                <a:lnTo>
                  <a:pt x="3265541" y="10817"/>
                </a:lnTo>
                <a:lnTo>
                  <a:pt x="2698715" y="1546874"/>
                </a:lnTo>
                <a:lnTo>
                  <a:pt x="3005926" y="1546874"/>
                </a:lnTo>
                <a:lnTo>
                  <a:pt x="3146551" y="1163942"/>
                </a:lnTo>
                <a:lnTo>
                  <a:pt x="3992321" y="1163942"/>
                </a:lnTo>
                <a:lnTo>
                  <a:pt x="3915177" y="954086"/>
                </a:lnTo>
                <a:lnTo>
                  <a:pt x="3196311" y="954086"/>
                </a:lnTo>
                <a:lnTo>
                  <a:pt x="3416983" y="320192"/>
                </a:lnTo>
                <a:lnTo>
                  <a:pt x="3682154" y="320192"/>
                </a:lnTo>
                <a:lnTo>
                  <a:pt x="3568426" y="10817"/>
                </a:lnTo>
                <a:close/>
              </a:path>
              <a:path w="11507470" h="1560195">
                <a:moveTo>
                  <a:pt x="3992321" y="1163942"/>
                </a:moveTo>
                <a:lnTo>
                  <a:pt x="3683089" y="1163942"/>
                </a:lnTo>
                <a:lnTo>
                  <a:pt x="3825878" y="1546874"/>
                </a:lnTo>
                <a:lnTo>
                  <a:pt x="4133089" y="1546874"/>
                </a:lnTo>
                <a:lnTo>
                  <a:pt x="3992321" y="1163942"/>
                </a:lnTo>
                <a:close/>
              </a:path>
              <a:path w="11507470" h="1560195">
                <a:moveTo>
                  <a:pt x="3682154" y="320192"/>
                </a:moveTo>
                <a:lnTo>
                  <a:pt x="3416983" y="320192"/>
                </a:lnTo>
                <a:lnTo>
                  <a:pt x="3629003" y="954086"/>
                </a:lnTo>
                <a:lnTo>
                  <a:pt x="3915177" y="954086"/>
                </a:lnTo>
                <a:lnTo>
                  <a:pt x="3682154" y="320192"/>
                </a:lnTo>
                <a:close/>
              </a:path>
              <a:path w="11507470" h="1560195">
                <a:moveTo>
                  <a:pt x="4859742" y="10817"/>
                </a:moveTo>
                <a:lnTo>
                  <a:pt x="4301569" y="10817"/>
                </a:lnTo>
                <a:lnTo>
                  <a:pt x="4301569" y="1546874"/>
                </a:lnTo>
                <a:lnTo>
                  <a:pt x="4859742" y="1546874"/>
                </a:lnTo>
                <a:lnTo>
                  <a:pt x="4916634" y="1545387"/>
                </a:lnTo>
                <a:lnTo>
                  <a:pt x="4971566" y="1540925"/>
                </a:lnTo>
                <a:lnTo>
                  <a:pt x="5024537" y="1533488"/>
                </a:lnTo>
                <a:lnTo>
                  <a:pt x="5075547" y="1523076"/>
                </a:lnTo>
                <a:lnTo>
                  <a:pt x="5124597" y="1509690"/>
                </a:lnTo>
                <a:lnTo>
                  <a:pt x="5171686" y="1493329"/>
                </a:lnTo>
                <a:lnTo>
                  <a:pt x="5216814" y="1473993"/>
                </a:lnTo>
                <a:lnTo>
                  <a:pt x="5259982" y="1451682"/>
                </a:lnTo>
                <a:lnTo>
                  <a:pt x="5301494" y="1426667"/>
                </a:lnTo>
                <a:lnTo>
                  <a:pt x="5340571" y="1399218"/>
                </a:lnTo>
                <a:lnTo>
                  <a:pt x="5377215" y="1369335"/>
                </a:lnTo>
                <a:lnTo>
                  <a:pt x="5411424" y="1337019"/>
                </a:lnTo>
                <a:lnTo>
                  <a:pt x="5443200" y="1302268"/>
                </a:lnTo>
                <a:lnTo>
                  <a:pt x="5456751" y="1285095"/>
                </a:lnTo>
                <a:lnTo>
                  <a:pt x="4600126" y="1285095"/>
                </a:lnTo>
                <a:lnTo>
                  <a:pt x="4600126" y="272596"/>
                </a:lnTo>
                <a:lnTo>
                  <a:pt x="5458956" y="272596"/>
                </a:lnTo>
                <a:lnTo>
                  <a:pt x="5457432" y="270500"/>
                </a:lnTo>
                <a:lnTo>
                  <a:pt x="5427109" y="234735"/>
                </a:lnTo>
                <a:lnTo>
                  <a:pt x="5394150" y="201269"/>
                </a:lnTo>
                <a:lnTo>
                  <a:pt x="5358555" y="170102"/>
                </a:lnTo>
                <a:lnTo>
                  <a:pt x="5320322" y="141233"/>
                </a:lnTo>
                <a:lnTo>
                  <a:pt x="5279453" y="114663"/>
                </a:lnTo>
                <a:lnTo>
                  <a:pt x="5240938" y="92868"/>
                </a:lnTo>
                <a:lnTo>
                  <a:pt x="5200393" y="73637"/>
                </a:lnTo>
                <a:lnTo>
                  <a:pt x="5157819" y="56971"/>
                </a:lnTo>
                <a:lnTo>
                  <a:pt x="5113214" y="42868"/>
                </a:lnTo>
                <a:lnTo>
                  <a:pt x="5066579" y="31330"/>
                </a:lnTo>
                <a:lnTo>
                  <a:pt x="5017915" y="22355"/>
                </a:lnTo>
                <a:lnTo>
                  <a:pt x="4967221" y="15945"/>
                </a:lnTo>
                <a:lnTo>
                  <a:pt x="4914496" y="12099"/>
                </a:lnTo>
                <a:lnTo>
                  <a:pt x="4859742" y="10817"/>
                </a:lnTo>
                <a:close/>
              </a:path>
              <a:path w="11507470" h="1560195">
                <a:moveTo>
                  <a:pt x="5458956" y="272596"/>
                </a:moveTo>
                <a:lnTo>
                  <a:pt x="4859742" y="272596"/>
                </a:lnTo>
                <a:lnTo>
                  <a:pt x="4915992" y="275192"/>
                </a:lnTo>
                <a:lnTo>
                  <a:pt x="4968780" y="282980"/>
                </a:lnTo>
                <a:lnTo>
                  <a:pt x="5018107" y="295961"/>
                </a:lnTo>
                <a:lnTo>
                  <a:pt x="5063972" y="314134"/>
                </a:lnTo>
                <a:lnTo>
                  <a:pt x="5106376" y="337499"/>
                </a:lnTo>
                <a:lnTo>
                  <a:pt x="5145145" y="364673"/>
                </a:lnTo>
                <a:lnTo>
                  <a:pt x="5180107" y="395999"/>
                </a:lnTo>
                <a:lnTo>
                  <a:pt x="5211261" y="431480"/>
                </a:lnTo>
                <a:lnTo>
                  <a:pt x="5238607" y="471115"/>
                </a:lnTo>
                <a:lnTo>
                  <a:pt x="5262146" y="514903"/>
                </a:lnTo>
                <a:lnTo>
                  <a:pt x="5281617" y="561374"/>
                </a:lnTo>
                <a:lnTo>
                  <a:pt x="5296761" y="610788"/>
                </a:lnTo>
                <a:lnTo>
                  <a:pt x="5307578" y="663144"/>
                </a:lnTo>
                <a:lnTo>
                  <a:pt x="5314069" y="718442"/>
                </a:lnTo>
                <a:lnTo>
                  <a:pt x="5316232" y="776682"/>
                </a:lnTo>
                <a:lnTo>
                  <a:pt x="5314069" y="833538"/>
                </a:lnTo>
                <a:lnTo>
                  <a:pt x="5307578" y="888144"/>
                </a:lnTo>
                <a:lnTo>
                  <a:pt x="5296761" y="940499"/>
                </a:lnTo>
                <a:lnTo>
                  <a:pt x="5281617" y="990605"/>
                </a:lnTo>
                <a:lnTo>
                  <a:pt x="5262146" y="1038461"/>
                </a:lnTo>
                <a:lnTo>
                  <a:pt x="5239386" y="1082422"/>
                </a:lnTo>
                <a:lnTo>
                  <a:pt x="5212646" y="1122576"/>
                </a:lnTo>
                <a:lnTo>
                  <a:pt x="5181925" y="1158922"/>
                </a:lnTo>
                <a:lnTo>
                  <a:pt x="5147223" y="1191461"/>
                </a:lnTo>
                <a:lnTo>
                  <a:pt x="5108540" y="1220192"/>
                </a:lnTo>
                <a:lnTo>
                  <a:pt x="5066049" y="1243557"/>
                </a:lnTo>
                <a:lnTo>
                  <a:pt x="5019924" y="1261730"/>
                </a:lnTo>
                <a:lnTo>
                  <a:pt x="4970165" y="1274711"/>
                </a:lnTo>
                <a:lnTo>
                  <a:pt x="4916771" y="1282499"/>
                </a:lnTo>
                <a:lnTo>
                  <a:pt x="4859742" y="1285095"/>
                </a:lnTo>
                <a:lnTo>
                  <a:pt x="5456751" y="1285095"/>
                </a:lnTo>
                <a:lnTo>
                  <a:pt x="5499450" y="1225465"/>
                </a:lnTo>
                <a:lnTo>
                  <a:pt x="5523924" y="1183413"/>
                </a:lnTo>
                <a:lnTo>
                  <a:pt x="5545728" y="1139197"/>
                </a:lnTo>
                <a:lnTo>
                  <a:pt x="5564624" y="1093088"/>
                </a:lnTo>
                <a:lnTo>
                  <a:pt x="5580614" y="1045086"/>
                </a:lnTo>
                <a:lnTo>
                  <a:pt x="5593696" y="995192"/>
                </a:lnTo>
                <a:lnTo>
                  <a:pt x="5603871" y="943404"/>
                </a:lnTo>
                <a:lnTo>
                  <a:pt x="5611139" y="889723"/>
                </a:lnTo>
                <a:lnTo>
                  <a:pt x="5615499" y="834149"/>
                </a:lnTo>
                <a:lnTo>
                  <a:pt x="5616953" y="776682"/>
                </a:lnTo>
                <a:lnTo>
                  <a:pt x="5615635" y="724286"/>
                </a:lnTo>
                <a:lnTo>
                  <a:pt x="5611680" y="673106"/>
                </a:lnTo>
                <a:lnTo>
                  <a:pt x="5605088" y="623144"/>
                </a:lnTo>
                <a:lnTo>
                  <a:pt x="5595859" y="574398"/>
                </a:lnTo>
                <a:lnTo>
                  <a:pt x="5583994" y="526870"/>
                </a:lnTo>
                <a:lnTo>
                  <a:pt x="5569492" y="480558"/>
                </a:lnTo>
                <a:lnTo>
                  <a:pt x="5552353" y="435464"/>
                </a:lnTo>
                <a:lnTo>
                  <a:pt x="5532578" y="391586"/>
                </a:lnTo>
                <a:lnTo>
                  <a:pt x="5510166" y="348925"/>
                </a:lnTo>
                <a:lnTo>
                  <a:pt x="5485117" y="308563"/>
                </a:lnTo>
                <a:lnTo>
                  <a:pt x="5458956" y="272596"/>
                </a:lnTo>
                <a:close/>
              </a:path>
              <a:path w="11507470" h="1560195">
                <a:moveTo>
                  <a:pt x="6148776" y="10817"/>
                </a:moveTo>
                <a:lnTo>
                  <a:pt x="5850218" y="10817"/>
                </a:lnTo>
                <a:lnTo>
                  <a:pt x="5850218" y="1546874"/>
                </a:lnTo>
                <a:lnTo>
                  <a:pt x="6931949" y="1546874"/>
                </a:lnTo>
                <a:lnTo>
                  <a:pt x="6931949" y="1285095"/>
                </a:lnTo>
                <a:lnTo>
                  <a:pt x="6148776" y="1285095"/>
                </a:lnTo>
                <a:lnTo>
                  <a:pt x="6148776" y="10817"/>
                </a:lnTo>
                <a:close/>
              </a:path>
              <a:path w="11507470" h="1560195">
                <a:moveTo>
                  <a:pt x="7741861" y="0"/>
                </a:moveTo>
                <a:lnTo>
                  <a:pt x="7685971" y="1862"/>
                </a:lnTo>
                <a:lnTo>
                  <a:pt x="7687189" y="1862"/>
                </a:lnTo>
                <a:lnTo>
                  <a:pt x="7635130" y="7211"/>
                </a:lnTo>
                <a:lnTo>
                  <a:pt x="7583928" y="16225"/>
                </a:lnTo>
                <a:lnTo>
                  <a:pt x="7534169" y="28846"/>
                </a:lnTo>
                <a:lnTo>
                  <a:pt x="7485851" y="45072"/>
                </a:lnTo>
                <a:lnTo>
                  <a:pt x="7438976" y="64903"/>
                </a:lnTo>
                <a:lnTo>
                  <a:pt x="7394505" y="87139"/>
                </a:lnTo>
                <a:lnTo>
                  <a:pt x="7351957" y="112019"/>
                </a:lnTo>
                <a:lnTo>
                  <a:pt x="7311332" y="139543"/>
                </a:lnTo>
                <a:lnTo>
                  <a:pt x="7272630" y="169711"/>
                </a:lnTo>
                <a:lnTo>
                  <a:pt x="7235852" y="202524"/>
                </a:lnTo>
                <a:lnTo>
                  <a:pt x="7200996" y="237980"/>
                </a:lnTo>
                <a:lnTo>
                  <a:pt x="7168965" y="274939"/>
                </a:lnTo>
                <a:lnTo>
                  <a:pt x="7139217" y="313701"/>
                </a:lnTo>
                <a:lnTo>
                  <a:pt x="7111753" y="354266"/>
                </a:lnTo>
                <a:lnTo>
                  <a:pt x="7086573" y="396634"/>
                </a:lnTo>
                <a:lnTo>
                  <a:pt x="7063676" y="440805"/>
                </a:lnTo>
                <a:lnTo>
                  <a:pt x="7043063" y="486778"/>
                </a:lnTo>
                <a:lnTo>
                  <a:pt x="7025875" y="533353"/>
                </a:lnTo>
                <a:lnTo>
                  <a:pt x="7011813" y="580769"/>
                </a:lnTo>
                <a:lnTo>
                  <a:pt x="7000875" y="629026"/>
                </a:lnTo>
                <a:lnTo>
                  <a:pt x="6993063" y="678124"/>
                </a:lnTo>
                <a:lnTo>
                  <a:pt x="6988375" y="728064"/>
                </a:lnTo>
                <a:lnTo>
                  <a:pt x="6986813" y="778845"/>
                </a:lnTo>
                <a:lnTo>
                  <a:pt x="6988243" y="825360"/>
                </a:lnTo>
                <a:lnTo>
                  <a:pt x="6992823" y="876201"/>
                </a:lnTo>
                <a:lnTo>
                  <a:pt x="7000335" y="924338"/>
                </a:lnTo>
                <a:lnTo>
                  <a:pt x="7010851" y="972115"/>
                </a:lnTo>
                <a:lnTo>
                  <a:pt x="7024373" y="1019531"/>
                </a:lnTo>
                <a:lnTo>
                  <a:pt x="7040899" y="1066586"/>
                </a:lnTo>
                <a:lnTo>
                  <a:pt x="7060130" y="1112019"/>
                </a:lnTo>
                <a:lnTo>
                  <a:pt x="7081765" y="1156009"/>
                </a:lnTo>
                <a:lnTo>
                  <a:pt x="7105803" y="1198557"/>
                </a:lnTo>
                <a:lnTo>
                  <a:pt x="7132245" y="1239663"/>
                </a:lnTo>
                <a:lnTo>
                  <a:pt x="7161091" y="1279326"/>
                </a:lnTo>
                <a:lnTo>
                  <a:pt x="7192341" y="1317547"/>
                </a:lnTo>
                <a:lnTo>
                  <a:pt x="7226536" y="1353064"/>
                </a:lnTo>
                <a:lnTo>
                  <a:pt x="7262774" y="1386057"/>
                </a:lnTo>
                <a:lnTo>
                  <a:pt x="7301056" y="1416526"/>
                </a:lnTo>
                <a:lnTo>
                  <a:pt x="7341380" y="1444470"/>
                </a:lnTo>
                <a:lnTo>
                  <a:pt x="7383748" y="1469891"/>
                </a:lnTo>
                <a:lnTo>
                  <a:pt x="7428159" y="1492788"/>
                </a:lnTo>
                <a:lnTo>
                  <a:pt x="7475154" y="1512619"/>
                </a:lnTo>
                <a:lnTo>
                  <a:pt x="7523832" y="1528845"/>
                </a:lnTo>
                <a:lnTo>
                  <a:pt x="7574193" y="1541466"/>
                </a:lnTo>
                <a:lnTo>
                  <a:pt x="7626236" y="1550480"/>
                </a:lnTo>
                <a:lnTo>
                  <a:pt x="7680559" y="1555949"/>
                </a:lnTo>
                <a:lnTo>
                  <a:pt x="7681809" y="1555949"/>
                </a:lnTo>
                <a:lnTo>
                  <a:pt x="7735370" y="1557692"/>
                </a:lnTo>
                <a:lnTo>
                  <a:pt x="7788736" y="1555949"/>
                </a:lnTo>
                <a:lnTo>
                  <a:pt x="7840659" y="1550720"/>
                </a:lnTo>
                <a:lnTo>
                  <a:pt x="7891140" y="1542007"/>
                </a:lnTo>
                <a:lnTo>
                  <a:pt x="7940178" y="1529807"/>
                </a:lnTo>
                <a:lnTo>
                  <a:pt x="7987774" y="1514122"/>
                </a:lnTo>
                <a:lnTo>
                  <a:pt x="8033928" y="1494951"/>
                </a:lnTo>
                <a:lnTo>
                  <a:pt x="8079000" y="1472776"/>
                </a:lnTo>
                <a:lnTo>
                  <a:pt x="8121909" y="1448076"/>
                </a:lnTo>
                <a:lnTo>
                  <a:pt x="8162654" y="1420853"/>
                </a:lnTo>
                <a:lnTo>
                  <a:pt x="8201236" y="1391105"/>
                </a:lnTo>
                <a:lnTo>
                  <a:pt x="8237654" y="1358833"/>
                </a:lnTo>
                <a:lnTo>
                  <a:pt x="8271909" y="1324038"/>
                </a:lnTo>
                <a:lnTo>
                  <a:pt x="8298224" y="1293749"/>
                </a:lnTo>
                <a:lnTo>
                  <a:pt x="7737534" y="1293749"/>
                </a:lnTo>
                <a:lnTo>
                  <a:pt x="7685881" y="1291180"/>
                </a:lnTo>
                <a:lnTo>
                  <a:pt x="7636933" y="1283473"/>
                </a:lnTo>
                <a:lnTo>
                  <a:pt x="7590689" y="1270627"/>
                </a:lnTo>
                <a:lnTo>
                  <a:pt x="7547149" y="1252644"/>
                </a:lnTo>
                <a:lnTo>
                  <a:pt x="7507531" y="1229251"/>
                </a:lnTo>
                <a:lnTo>
                  <a:pt x="7470887" y="1202343"/>
                </a:lnTo>
                <a:lnTo>
                  <a:pt x="7437219" y="1171919"/>
                </a:lnTo>
                <a:lnTo>
                  <a:pt x="7406524" y="1137980"/>
                </a:lnTo>
                <a:lnTo>
                  <a:pt x="7380022" y="1099984"/>
                </a:lnTo>
                <a:lnTo>
                  <a:pt x="7356765" y="1059555"/>
                </a:lnTo>
                <a:lnTo>
                  <a:pt x="7336753" y="1016691"/>
                </a:lnTo>
                <a:lnTo>
                  <a:pt x="7319986" y="971394"/>
                </a:lnTo>
                <a:lnTo>
                  <a:pt x="7306735" y="924474"/>
                </a:lnTo>
                <a:lnTo>
                  <a:pt x="7297270" y="876742"/>
                </a:lnTo>
                <a:lnTo>
                  <a:pt x="7291591" y="828199"/>
                </a:lnTo>
                <a:lnTo>
                  <a:pt x="7289697" y="778845"/>
                </a:lnTo>
                <a:lnTo>
                  <a:pt x="7291349" y="734374"/>
                </a:lnTo>
                <a:lnTo>
                  <a:pt x="7291455" y="731520"/>
                </a:lnTo>
                <a:lnTo>
                  <a:pt x="7296729" y="684735"/>
                </a:lnTo>
                <a:lnTo>
                  <a:pt x="7305518" y="638491"/>
                </a:lnTo>
                <a:lnTo>
                  <a:pt x="7317823" y="592788"/>
                </a:lnTo>
                <a:lnTo>
                  <a:pt x="7334589" y="548437"/>
                </a:lnTo>
                <a:lnTo>
                  <a:pt x="7354601" y="506249"/>
                </a:lnTo>
                <a:lnTo>
                  <a:pt x="7377859" y="466225"/>
                </a:lnTo>
                <a:lnTo>
                  <a:pt x="7404361" y="428365"/>
                </a:lnTo>
                <a:lnTo>
                  <a:pt x="7434109" y="393479"/>
                </a:lnTo>
                <a:lnTo>
                  <a:pt x="7467101" y="362379"/>
                </a:lnTo>
                <a:lnTo>
                  <a:pt x="7503339" y="335066"/>
                </a:lnTo>
                <a:lnTo>
                  <a:pt x="7542822" y="311538"/>
                </a:lnTo>
                <a:lnTo>
                  <a:pt x="7586632" y="291661"/>
                </a:lnTo>
                <a:lnTo>
                  <a:pt x="7633688" y="277463"/>
                </a:lnTo>
                <a:lnTo>
                  <a:pt x="7683988" y="268945"/>
                </a:lnTo>
                <a:lnTo>
                  <a:pt x="7737534" y="266105"/>
                </a:lnTo>
                <a:lnTo>
                  <a:pt x="8296482" y="266105"/>
                </a:lnTo>
                <a:lnTo>
                  <a:pt x="8280563" y="246634"/>
                </a:lnTo>
                <a:lnTo>
                  <a:pt x="8246969" y="210396"/>
                </a:lnTo>
                <a:lnTo>
                  <a:pt x="8211092" y="176682"/>
                </a:lnTo>
                <a:lnTo>
                  <a:pt x="8172931" y="145492"/>
                </a:lnTo>
                <a:lnTo>
                  <a:pt x="8132486" y="116826"/>
                </a:lnTo>
                <a:lnTo>
                  <a:pt x="8089757" y="90685"/>
                </a:lnTo>
                <a:lnTo>
                  <a:pt x="8044745" y="67067"/>
                </a:lnTo>
                <a:lnTo>
                  <a:pt x="7998471" y="46574"/>
                </a:lnTo>
                <a:lnTo>
                  <a:pt x="7950515" y="29807"/>
                </a:lnTo>
                <a:lnTo>
                  <a:pt x="7900875" y="16766"/>
                </a:lnTo>
                <a:lnTo>
                  <a:pt x="7849553" y="7451"/>
                </a:lnTo>
                <a:lnTo>
                  <a:pt x="7796548" y="1862"/>
                </a:lnTo>
                <a:lnTo>
                  <a:pt x="7741861" y="0"/>
                </a:lnTo>
                <a:close/>
              </a:path>
              <a:path w="11507470" h="1560195">
                <a:moveTo>
                  <a:pt x="8296482" y="266105"/>
                </a:moveTo>
                <a:lnTo>
                  <a:pt x="7737534" y="266105"/>
                </a:lnTo>
                <a:lnTo>
                  <a:pt x="7788105" y="268810"/>
                </a:lnTo>
                <a:lnTo>
                  <a:pt x="7835971" y="276923"/>
                </a:lnTo>
                <a:lnTo>
                  <a:pt x="7881133" y="290444"/>
                </a:lnTo>
                <a:lnTo>
                  <a:pt x="7923591" y="309374"/>
                </a:lnTo>
                <a:lnTo>
                  <a:pt x="7964021" y="331956"/>
                </a:lnTo>
                <a:lnTo>
                  <a:pt x="8000935" y="358593"/>
                </a:lnTo>
                <a:lnTo>
                  <a:pt x="8034334" y="389287"/>
                </a:lnTo>
                <a:lnTo>
                  <a:pt x="8064217" y="424038"/>
                </a:lnTo>
                <a:lnTo>
                  <a:pt x="8091666" y="461087"/>
                </a:lnTo>
                <a:lnTo>
                  <a:pt x="8115599" y="500841"/>
                </a:lnTo>
                <a:lnTo>
                  <a:pt x="8136017" y="543299"/>
                </a:lnTo>
                <a:lnTo>
                  <a:pt x="8152918" y="588461"/>
                </a:lnTo>
                <a:lnTo>
                  <a:pt x="8167116" y="634434"/>
                </a:lnTo>
                <a:lnTo>
                  <a:pt x="8177258" y="681490"/>
                </a:lnTo>
                <a:lnTo>
                  <a:pt x="8183342" y="729627"/>
                </a:lnTo>
                <a:lnTo>
                  <a:pt x="8185371" y="778845"/>
                </a:lnTo>
                <a:lnTo>
                  <a:pt x="8183478" y="825360"/>
                </a:lnTo>
                <a:lnTo>
                  <a:pt x="8177799" y="871874"/>
                </a:lnTo>
                <a:lnTo>
                  <a:pt x="8168333" y="918389"/>
                </a:lnTo>
                <a:lnTo>
                  <a:pt x="8155082" y="964903"/>
                </a:lnTo>
                <a:lnTo>
                  <a:pt x="8139262" y="1009389"/>
                </a:lnTo>
                <a:lnTo>
                  <a:pt x="8119926" y="1051983"/>
                </a:lnTo>
                <a:lnTo>
                  <a:pt x="8097074" y="1092683"/>
                </a:lnTo>
                <a:lnTo>
                  <a:pt x="8070707" y="1131490"/>
                </a:lnTo>
                <a:lnTo>
                  <a:pt x="8040824" y="1166511"/>
                </a:lnTo>
                <a:lnTo>
                  <a:pt x="8007426" y="1198016"/>
                </a:lnTo>
                <a:lnTo>
                  <a:pt x="7970511" y="1226006"/>
                </a:lnTo>
                <a:lnTo>
                  <a:pt x="7930082" y="1250480"/>
                </a:lnTo>
                <a:lnTo>
                  <a:pt x="7886407" y="1269410"/>
                </a:lnTo>
                <a:lnTo>
                  <a:pt x="7839757" y="1282932"/>
                </a:lnTo>
                <a:lnTo>
                  <a:pt x="7790133" y="1291045"/>
                </a:lnTo>
                <a:lnTo>
                  <a:pt x="7737534" y="1293749"/>
                </a:lnTo>
                <a:lnTo>
                  <a:pt x="8298224" y="1293749"/>
                </a:lnTo>
                <a:lnTo>
                  <a:pt x="8334649" y="1247355"/>
                </a:lnTo>
                <a:lnTo>
                  <a:pt x="8362234" y="1206670"/>
                </a:lnTo>
                <a:lnTo>
                  <a:pt x="8387294" y="1164422"/>
                </a:lnTo>
                <a:lnTo>
                  <a:pt x="8409830" y="1120612"/>
                </a:lnTo>
                <a:lnTo>
                  <a:pt x="8429842" y="1075240"/>
                </a:lnTo>
                <a:lnTo>
                  <a:pt x="8447029" y="1028064"/>
                </a:lnTo>
                <a:lnTo>
                  <a:pt x="8461092" y="980288"/>
                </a:lnTo>
                <a:lnTo>
                  <a:pt x="8472029" y="931910"/>
                </a:lnTo>
                <a:lnTo>
                  <a:pt x="8479842" y="882932"/>
                </a:lnTo>
                <a:lnTo>
                  <a:pt x="8484529" y="833353"/>
                </a:lnTo>
                <a:lnTo>
                  <a:pt x="8486092" y="783172"/>
                </a:lnTo>
                <a:lnTo>
                  <a:pt x="8484589" y="734374"/>
                </a:lnTo>
                <a:lnTo>
                  <a:pt x="8480082" y="686057"/>
                </a:lnTo>
                <a:lnTo>
                  <a:pt x="8472613" y="638491"/>
                </a:lnTo>
                <a:lnTo>
                  <a:pt x="8472570" y="638221"/>
                </a:lnTo>
                <a:lnTo>
                  <a:pt x="8462053" y="590865"/>
                </a:lnTo>
                <a:lnTo>
                  <a:pt x="8448532" y="543990"/>
                </a:lnTo>
                <a:lnTo>
                  <a:pt x="8432005" y="497596"/>
                </a:lnTo>
                <a:lnTo>
                  <a:pt x="8412775" y="452163"/>
                </a:lnTo>
                <a:lnTo>
                  <a:pt x="8391140" y="408173"/>
                </a:lnTo>
                <a:lnTo>
                  <a:pt x="8367101" y="365624"/>
                </a:lnTo>
                <a:lnTo>
                  <a:pt x="8340659" y="324519"/>
                </a:lnTo>
                <a:lnTo>
                  <a:pt x="8311813" y="284855"/>
                </a:lnTo>
                <a:lnTo>
                  <a:pt x="8296482" y="266105"/>
                </a:lnTo>
                <a:close/>
              </a:path>
              <a:path w="11507470" h="1560195">
                <a:moveTo>
                  <a:pt x="9379296" y="2163"/>
                </a:moveTo>
                <a:lnTo>
                  <a:pt x="9325655" y="3617"/>
                </a:lnTo>
                <a:lnTo>
                  <a:pt x="9327775" y="3617"/>
                </a:lnTo>
                <a:lnTo>
                  <a:pt x="9279866" y="7638"/>
                </a:lnTo>
                <a:lnTo>
                  <a:pt x="9232534" y="14481"/>
                </a:lnTo>
                <a:lnTo>
                  <a:pt x="9186793" y="24062"/>
                </a:lnTo>
                <a:lnTo>
                  <a:pt x="9142640" y="36381"/>
                </a:lnTo>
                <a:lnTo>
                  <a:pt x="9100078" y="51437"/>
                </a:lnTo>
                <a:lnTo>
                  <a:pt x="9059104" y="69230"/>
                </a:lnTo>
                <a:lnTo>
                  <a:pt x="9013431" y="92187"/>
                </a:lnTo>
                <a:lnTo>
                  <a:pt x="8970162" y="117788"/>
                </a:lnTo>
                <a:lnTo>
                  <a:pt x="8929296" y="146033"/>
                </a:lnTo>
                <a:lnTo>
                  <a:pt x="8890835" y="176922"/>
                </a:lnTo>
                <a:lnTo>
                  <a:pt x="8854777" y="210456"/>
                </a:lnTo>
                <a:lnTo>
                  <a:pt x="8821123" y="246634"/>
                </a:lnTo>
                <a:lnTo>
                  <a:pt x="8789934" y="284134"/>
                </a:lnTo>
                <a:lnTo>
                  <a:pt x="8761268" y="323076"/>
                </a:lnTo>
                <a:lnTo>
                  <a:pt x="8735126" y="363461"/>
                </a:lnTo>
                <a:lnTo>
                  <a:pt x="8711508" y="405288"/>
                </a:lnTo>
                <a:lnTo>
                  <a:pt x="8690415" y="448557"/>
                </a:lnTo>
                <a:lnTo>
                  <a:pt x="8671845" y="493269"/>
                </a:lnTo>
                <a:lnTo>
                  <a:pt x="8656641" y="538160"/>
                </a:lnTo>
                <a:lnTo>
                  <a:pt x="8644201" y="583413"/>
                </a:lnTo>
                <a:lnTo>
                  <a:pt x="8634525" y="629026"/>
                </a:lnTo>
                <a:lnTo>
                  <a:pt x="8627614" y="674999"/>
                </a:lnTo>
                <a:lnTo>
                  <a:pt x="8623467" y="721334"/>
                </a:lnTo>
                <a:lnTo>
                  <a:pt x="8622085" y="768028"/>
                </a:lnTo>
                <a:lnTo>
                  <a:pt x="8623588" y="816285"/>
                </a:lnTo>
                <a:lnTo>
                  <a:pt x="8628095" y="864422"/>
                </a:lnTo>
                <a:lnTo>
                  <a:pt x="8635607" y="912439"/>
                </a:lnTo>
                <a:lnTo>
                  <a:pt x="8646124" y="960336"/>
                </a:lnTo>
                <a:lnTo>
                  <a:pt x="8659645" y="1008112"/>
                </a:lnTo>
                <a:lnTo>
                  <a:pt x="8676172" y="1055769"/>
                </a:lnTo>
                <a:lnTo>
                  <a:pt x="8696064" y="1101922"/>
                </a:lnTo>
                <a:lnTo>
                  <a:pt x="8718239" y="1146634"/>
                </a:lnTo>
                <a:lnTo>
                  <a:pt x="8742698" y="1189903"/>
                </a:lnTo>
                <a:lnTo>
                  <a:pt x="8769441" y="1231730"/>
                </a:lnTo>
                <a:lnTo>
                  <a:pt x="8798467" y="1272115"/>
                </a:lnTo>
                <a:lnTo>
                  <a:pt x="8829777" y="1311057"/>
                </a:lnTo>
                <a:lnTo>
                  <a:pt x="8863972" y="1347355"/>
                </a:lnTo>
                <a:lnTo>
                  <a:pt x="8900210" y="1381249"/>
                </a:lnTo>
                <a:lnTo>
                  <a:pt x="8938491" y="1412740"/>
                </a:lnTo>
                <a:lnTo>
                  <a:pt x="8978816" y="1441826"/>
                </a:lnTo>
                <a:lnTo>
                  <a:pt x="9021184" y="1468509"/>
                </a:lnTo>
                <a:lnTo>
                  <a:pt x="9065595" y="1492788"/>
                </a:lnTo>
                <a:lnTo>
                  <a:pt x="9111809" y="1513280"/>
                </a:lnTo>
                <a:lnTo>
                  <a:pt x="9159585" y="1530047"/>
                </a:lnTo>
                <a:lnTo>
                  <a:pt x="9208924" y="1543088"/>
                </a:lnTo>
                <a:lnTo>
                  <a:pt x="9259826" y="1552403"/>
                </a:lnTo>
                <a:lnTo>
                  <a:pt x="9312289" y="1557992"/>
                </a:lnTo>
                <a:lnTo>
                  <a:pt x="9366316" y="1559855"/>
                </a:lnTo>
                <a:lnTo>
                  <a:pt x="9416594" y="1558211"/>
                </a:lnTo>
                <a:lnTo>
                  <a:pt x="9467046" y="1553278"/>
                </a:lnTo>
                <a:lnTo>
                  <a:pt x="9517671" y="1545057"/>
                </a:lnTo>
                <a:lnTo>
                  <a:pt x="9568469" y="1533547"/>
                </a:lnTo>
                <a:lnTo>
                  <a:pt x="9619441" y="1518749"/>
                </a:lnTo>
                <a:lnTo>
                  <a:pt x="9669460" y="1500749"/>
                </a:lnTo>
                <a:lnTo>
                  <a:pt x="9717402" y="1479634"/>
                </a:lnTo>
                <a:lnTo>
                  <a:pt x="9763267" y="1455403"/>
                </a:lnTo>
                <a:lnTo>
                  <a:pt x="9807056" y="1428057"/>
                </a:lnTo>
                <a:lnTo>
                  <a:pt x="9848768" y="1397595"/>
                </a:lnTo>
                <a:lnTo>
                  <a:pt x="9887970" y="1364192"/>
                </a:lnTo>
                <a:lnTo>
                  <a:pt x="9922498" y="1328019"/>
                </a:lnTo>
                <a:lnTo>
                  <a:pt x="9947113" y="1295913"/>
                </a:lnTo>
                <a:lnTo>
                  <a:pt x="9374969" y="1295913"/>
                </a:lnTo>
                <a:lnTo>
                  <a:pt x="9326157" y="1293344"/>
                </a:lnTo>
                <a:lnTo>
                  <a:pt x="9279237" y="1285636"/>
                </a:lnTo>
                <a:lnTo>
                  <a:pt x="9234209" y="1272791"/>
                </a:lnTo>
                <a:lnTo>
                  <a:pt x="9191075" y="1254807"/>
                </a:lnTo>
                <a:lnTo>
                  <a:pt x="9151322" y="1231415"/>
                </a:lnTo>
                <a:lnTo>
                  <a:pt x="9114272" y="1204507"/>
                </a:lnTo>
                <a:lnTo>
                  <a:pt x="9079928" y="1174083"/>
                </a:lnTo>
                <a:lnTo>
                  <a:pt x="9048287" y="1140144"/>
                </a:lnTo>
                <a:lnTo>
                  <a:pt x="9020703" y="1102148"/>
                </a:lnTo>
                <a:lnTo>
                  <a:pt x="8996364" y="1061718"/>
                </a:lnTo>
                <a:lnTo>
                  <a:pt x="8975270" y="1018854"/>
                </a:lnTo>
                <a:lnTo>
                  <a:pt x="8957422" y="973557"/>
                </a:lnTo>
                <a:lnTo>
                  <a:pt x="8943224" y="925555"/>
                </a:lnTo>
                <a:lnTo>
                  <a:pt x="8933083" y="876742"/>
                </a:lnTo>
                <a:lnTo>
                  <a:pt x="8926998" y="827118"/>
                </a:lnTo>
                <a:lnTo>
                  <a:pt x="8924970" y="776682"/>
                </a:lnTo>
                <a:lnTo>
                  <a:pt x="8926592" y="731249"/>
                </a:lnTo>
                <a:lnTo>
                  <a:pt x="8931460" y="685817"/>
                </a:lnTo>
                <a:lnTo>
                  <a:pt x="8939573" y="640384"/>
                </a:lnTo>
                <a:lnTo>
                  <a:pt x="8950931" y="594951"/>
                </a:lnTo>
                <a:lnTo>
                  <a:pt x="8966751" y="550600"/>
                </a:lnTo>
                <a:lnTo>
                  <a:pt x="8986087" y="508413"/>
                </a:lnTo>
                <a:lnTo>
                  <a:pt x="9008939" y="468389"/>
                </a:lnTo>
                <a:lnTo>
                  <a:pt x="9035306" y="430528"/>
                </a:lnTo>
                <a:lnTo>
                  <a:pt x="9065054" y="395507"/>
                </a:lnTo>
                <a:lnTo>
                  <a:pt x="9098047" y="364002"/>
                </a:lnTo>
                <a:lnTo>
                  <a:pt x="9134285" y="336012"/>
                </a:lnTo>
                <a:lnTo>
                  <a:pt x="9173768" y="311538"/>
                </a:lnTo>
                <a:lnTo>
                  <a:pt x="9217713" y="291661"/>
                </a:lnTo>
                <a:lnTo>
                  <a:pt x="9265174" y="277463"/>
                </a:lnTo>
                <a:lnTo>
                  <a:pt x="9316151" y="268945"/>
                </a:lnTo>
                <a:lnTo>
                  <a:pt x="9370643" y="266105"/>
                </a:lnTo>
                <a:lnTo>
                  <a:pt x="9932913" y="266105"/>
                </a:lnTo>
                <a:lnTo>
                  <a:pt x="9926608" y="256789"/>
                </a:lnTo>
                <a:lnTo>
                  <a:pt x="9896805" y="219878"/>
                </a:lnTo>
                <a:lnTo>
                  <a:pt x="9863735" y="185262"/>
                </a:lnTo>
                <a:lnTo>
                  <a:pt x="9827398" y="152943"/>
                </a:lnTo>
                <a:lnTo>
                  <a:pt x="9787793" y="122919"/>
                </a:lnTo>
                <a:lnTo>
                  <a:pt x="9744921" y="95192"/>
                </a:lnTo>
                <a:lnTo>
                  <a:pt x="9705607" y="73388"/>
                </a:lnTo>
                <a:lnTo>
                  <a:pt x="9664468" y="54492"/>
                </a:lnTo>
                <a:lnTo>
                  <a:pt x="9621503" y="38502"/>
                </a:lnTo>
                <a:lnTo>
                  <a:pt x="9576712" y="25420"/>
                </a:lnTo>
                <a:lnTo>
                  <a:pt x="9530096" y="15245"/>
                </a:lnTo>
                <a:lnTo>
                  <a:pt x="9481655" y="7977"/>
                </a:lnTo>
                <a:lnTo>
                  <a:pt x="9431388" y="3617"/>
                </a:lnTo>
                <a:lnTo>
                  <a:pt x="9379296" y="2163"/>
                </a:lnTo>
                <a:close/>
              </a:path>
              <a:path w="11507470" h="1560195">
                <a:moveTo>
                  <a:pt x="9753576" y="1062259"/>
                </a:moveTo>
                <a:lnTo>
                  <a:pt x="9734510" y="1101472"/>
                </a:lnTo>
                <a:lnTo>
                  <a:pt x="9711929" y="1136898"/>
                </a:lnTo>
                <a:lnTo>
                  <a:pt x="9685832" y="1168539"/>
                </a:lnTo>
                <a:lnTo>
                  <a:pt x="9656220" y="1196394"/>
                </a:lnTo>
                <a:lnTo>
                  <a:pt x="9624173" y="1220597"/>
                </a:lnTo>
                <a:lnTo>
                  <a:pt x="9590775" y="1241285"/>
                </a:lnTo>
                <a:lnTo>
                  <a:pt x="9556024" y="1258458"/>
                </a:lnTo>
                <a:lnTo>
                  <a:pt x="9519922" y="1272115"/>
                </a:lnTo>
                <a:lnTo>
                  <a:pt x="9446905" y="1289963"/>
                </a:lnTo>
                <a:lnTo>
                  <a:pt x="9374969" y="1295913"/>
                </a:lnTo>
                <a:lnTo>
                  <a:pt x="9947113" y="1295913"/>
                </a:lnTo>
                <a:lnTo>
                  <a:pt x="9952354" y="1289076"/>
                </a:lnTo>
                <a:lnTo>
                  <a:pt x="9977537" y="1247365"/>
                </a:lnTo>
                <a:lnTo>
                  <a:pt x="9998047" y="1202884"/>
                </a:lnTo>
                <a:lnTo>
                  <a:pt x="9753576" y="1062259"/>
                </a:lnTo>
                <a:close/>
              </a:path>
              <a:path w="11507470" h="1560195">
                <a:moveTo>
                  <a:pt x="9932913" y="266105"/>
                </a:moveTo>
                <a:lnTo>
                  <a:pt x="9370643" y="266105"/>
                </a:lnTo>
                <a:lnTo>
                  <a:pt x="9405393" y="267457"/>
                </a:lnTo>
                <a:lnTo>
                  <a:pt x="9440414" y="271514"/>
                </a:lnTo>
                <a:lnTo>
                  <a:pt x="9511268" y="287740"/>
                </a:lnTo>
                <a:lnTo>
                  <a:pt x="9580499" y="315324"/>
                </a:lnTo>
                <a:lnTo>
                  <a:pt x="9613492" y="335201"/>
                </a:lnTo>
                <a:lnTo>
                  <a:pt x="9645403" y="359134"/>
                </a:lnTo>
                <a:lnTo>
                  <a:pt x="9675285" y="386313"/>
                </a:lnTo>
                <a:lnTo>
                  <a:pt x="9702193" y="418088"/>
                </a:lnTo>
                <a:lnTo>
                  <a:pt x="9726126" y="454462"/>
                </a:lnTo>
                <a:lnTo>
                  <a:pt x="9747085" y="495432"/>
                </a:lnTo>
                <a:lnTo>
                  <a:pt x="9976412" y="337499"/>
                </a:lnTo>
                <a:lnTo>
                  <a:pt x="9953144" y="295996"/>
                </a:lnTo>
                <a:lnTo>
                  <a:pt x="9932913" y="266105"/>
                </a:lnTo>
                <a:close/>
              </a:path>
              <a:path w="11507470" h="1560195">
                <a:moveTo>
                  <a:pt x="10496827" y="12980"/>
                </a:moveTo>
                <a:lnTo>
                  <a:pt x="10198269" y="12980"/>
                </a:lnTo>
                <a:lnTo>
                  <a:pt x="10198269" y="1546874"/>
                </a:lnTo>
                <a:lnTo>
                  <a:pt x="10496827" y="1546874"/>
                </a:lnTo>
                <a:lnTo>
                  <a:pt x="10496827" y="1088220"/>
                </a:lnTo>
                <a:lnTo>
                  <a:pt x="10691538" y="884855"/>
                </a:lnTo>
                <a:lnTo>
                  <a:pt x="11022799" y="884855"/>
                </a:lnTo>
                <a:lnTo>
                  <a:pt x="10918329" y="742067"/>
                </a:lnTo>
                <a:lnTo>
                  <a:pt x="10496827" y="742067"/>
                </a:lnTo>
                <a:lnTo>
                  <a:pt x="10496827" y="12980"/>
                </a:lnTo>
                <a:close/>
              </a:path>
              <a:path w="11507470" h="1560195">
                <a:moveTo>
                  <a:pt x="11022799" y="884855"/>
                </a:moveTo>
                <a:lnTo>
                  <a:pt x="10691538" y="884855"/>
                </a:lnTo>
                <a:lnTo>
                  <a:pt x="11169662" y="1546874"/>
                </a:lnTo>
                <a:lnTo>
                  <a:pt x="11507163" y="1546874"/>
                </a:lnTo>
                <a:lnTo>
                  <a:pt x="11022799" y="884855"/>
                </a:lnTo>
                <a:close/>
              </a:path>
              <a:path w="11507470" h="1560195">
                <a:moveTo>
                  <a:pt x="11470384" y="10817"/>
                </a:moveTo>
                <a:lnTo>
                  <a:pt x="11141538" y="10817"/>
                </a:lnTo>
                <a:lnTo>
                  <a:pt x="10496827" y="742067"/>
                </a:lnTo>
                <a:lnTo>
                  <a:pt x="10918329" y="742067"/>
                </a:lnTo>
                <a:lnTo>
                  <a:pt x="10881922" y="692307"/>
                </a:lnTo>
                <a:lnTo>
                  <a:pt x="11470384" y="108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022140" y="6105591"/>
            <a:ext cx="2409825" cy="307975"/>
          </a:xfrm>
          <a:custGeom>
            <a:avLst/>
            <a:gdLst/>
            <a:ahLst/>
            <a:cxnLst/>
            <a:rect l="l" t="t" r="r" b="b"/>
            <a:pathLst>
              <a:path w="2409825" h="307975">
                <a:moveTo>
                  <a:pt x="59762" y="433"/>
                </a:moveTo>
                <a:lnTo>
                  <a:pt x="0" y="433"/>
                </a:lnTo>
                <a:lnTo>
                  <a:pt x="0" y="307474"/>
                </a:lnTo>
                <a:lnTo>
                  <a:pt x="59762" y="307474"/>
                </a:lnTo>
                <a:lnTo>
                  <a:pt x="59762" y="215665"/>
                </a:lnTo>
                <a:lnTo>
                  <a:pt x="98738" y="174957"/>
                </a:lnTo>
                <a:lnTo>
                  <a:pt x="165047" y="174957"/>
                </a:lnTo>
                <a:lnTo>
                  <a:pt x="144135" y="146375"/>
                </a:lnTo>
                <a:lnTo>
                  <a:pt x="59762" y="146375"/>
                </a:lnTo>
                <a:lnTo>
                  <a:pt x="59762" y="433"/>
                </a:lnTo>
                <a:close/>
              </a:path>
              <a:path w="2409825" h="307975">
                <a:moveTo>
                  <a:pt x="165047" y="174957"/>
                </a:moveTo>
                <a:lnTo>
                  <a:pt x="98738" y="174957"/>
                </a:lnTo>
                <a:lnTo>
                  <a:pt x="194445" y="307474"/>
                </a:lnTo>
                <a:lnTo>
                  <a:pt x="259814" y="307474"/>
                </a:lnTo>
                <a:lnTo>
                  <a:pt x="260547" y="305485"/>
                </a:lnTo>
                <a:lnTo>
                  <a:pt x="165047" y="174957"/>
                </a:lnTo>
                <a:close/>
              </a:path>
              <a:path w="2409825" h="307975">
                <a:moveTo>
                  <a:pt x="260547" y="305485"/>
                </a:moveTo>
                <a:lnTo>
                  <a:pt x="259814" y="307474"/>
                </a:lnTo>
                <a:lnTo>
                  <a:pt x="262003" y="307474"/>
                </a:lnTo>
                <a:lnTo>
                  <a:pt x="260547" y="305485"/>
                </a:lnTo>
                <a:close/>
              </a:path>
              <a:path w="2409825" h="307975">
                <a:moveTo>
                  <a:pt x="433905" y="0"/>
                </a:moveTo>
                <a:lnTo>
                  <a:pt x="373276" y="0"/>
                </a:lnTo>
                <a:lnTo>
                  <a:pt x="260547" y="305485"/>
                </a:lnTo>
                <a:lnTo>
                  <a:pt x="262003" y="307474"/>
                </a:lnTo>
                <a:lnTo>
                  <a:pt x="321308" y="307474"/>
                </a:lnTo>
                <a:lnTo>
                  <a:pt x="349458" y="230822"/>
                </a:lnTo>
                <a:lnTo>
                  <a:pt x="518756" y="230822"/>
                </a:lnTo>
                <a:lnTo>
                  <a:pt x="503314" y="188815"/>
                </a:lnTo>
                <a:lnTo>
                  <a:pt x="359418" y="188815"/>
                </a:lnTo>
                <a:lnTo>
                  <a:pt x="403590" y="61927"/>
                </a:lnTo>
                <a:lnTo>
                  <a:pt x="456670" y="61927"/>
                </a:lnTo>
                <a:lnTo>
                  <a:pt x="433905" y="0"/>
                </a:lnTo>
                <a:close/>
              </a:path>
              <a:path w="2409825" h="307975">
                <a:moveTo>
                  <a:pt x="518756" y="230822"/>
                </a:moveTo>
                <a:lnTo>
                  <a:pt x="456857" y="230822"/>
                </a:lnTo>
                <a:lnTo>
                  <a:pt x="485439" y="307474"/>
                </a:lnTo>
                <a:lnTo>
                  <a:pt x="546934" y="307474"/>
                </a:lnTo>
                <a:lnTo>
                  <a:pt x="518756" y="230822"/>
                </a:lnTo>
                <a:close/>
              </a:path>
              <a:path w="2409825" h="307975">
                <a:moveTo>
                  <a:pt x="456670" y="61927"/>
                </a:moveTo>
                <a:lnTo>
                  <a:pt x="403590" y="61927"/>
                </a:lnTo>
                <a:lnTo>
                  <a:pt x="446031" y="188815"/>
                </a:lnTo>
                <a:lnTo>
                  <a:pt x="503314" y="188815"/>
                </a:lnTo>
                <a:lnTo>
                  <a:pt x="456670" y="61927"/>
                </a:lnTo>
                <a:close/>
              </a:path>
              <a:path w="2409825" h="307975">
                <a:moveTo>
                  <a:pt x="254640" y="0"/>
                </a:moveTo>
                <a:lnTo>
                  <a:pt x="188815" y="0"/>
                </a:lnTo>
                <a:lnTo>
                  <a:pt x="59762" y="146375"/>
                </a:lnTo>
                <a:lnTo>
                  <a:pt x="144135" y="146375"/>
                </a:lnTo>
                <a:lnTo>
                  <a:pt x="136847" y="136414"/>
                </a:lnTo>
                <a:lnTo>
                  <a:pt x="254640" y="0"/>
                </a:lnTo>
                <a:close/>
              </a:path>
              <a:path w="2409825" h="307975">
                <a:moveTo>
                  <a:pt x="804119" y="0"/>
                </a:moveTo>
                <a:lnTo>
                  <a:pt x="566368" y="0"/>
                </a:lnTo>
                <a:lnTo>
                  <a:pt x="566368" y="52400"/>
                </a:lnTo>
                <a:lnTo>
                  <a:pt x="733097" y="52400"/>
                </a:lnTo>
                <a:lnTo>
                  <a:pt x="561604" y="262436"/>
                </a:lnTo>
                <a:lnTo>
                  <a:pt x="561604" y="307474"/>
                </a:lnTo>
                <a:lnTo>
                  <a:pt x="805419" y="307474"/>
                </a:lnTo>
                <a:lnTo>
                  <a:pt x="805419" y="255074"/>
                </a:lnTo>
                <a:lnTo>
                  <a:pt x="638256" y="255074"/>
                </a:lnTo>
                <a:lnTo>
                  <a:pt x="804119" y="45038"/>
                </a:lnTo>
                <a:lnTo>
                  <a:pt x="804119" y="0"/>
                </a:lnTo>
                <a:close/>
              </a:path>
              <a:path w="2409825" h="307975">
                <a:moveTo>
                  <a:pt x="911932" y="0"/>
                </a:moveTo>
                <a:lnTo>
                  <a:pt x="852169" y="0"/>
                </a:lnTo>
                <a:lnTo>
                  <a:pt x="852169" y="307474"/>
                </a:lnTo>
                <a:lnTo>
                  <a:pt x="911932" y="307474"/>
                </a:lnTo>
                <a:lnTo>
                  <a:pt x="911932" y="0"/>
                </a:lnTo>
                <a:close/>
              </a:path>
              <a:path w="2409825" h="307975">
                <a:moveTo>
                  <a:pt x="1303580" y="0"/>
                </a:moveTo>
                <a:lnTo>
                  <a:pt x="1065828" y="0"/>
                </a:lnTo>
                <a:lnTo>
                  <a:pt x="1065828" y="52400"/>
                </a:lnTo>
                <a:lnTo>
                  <a:pt x="1232557" y="52400"/>
                </a:lnTo>
                <a:lnTo>
                  <a:pt x="1061064" y="262436"/>
                </a:lnTo>
                <a:lnTo>
                  <a:pt x="1061064" y="307474"/>
                </a:lnTo>
                <a:lnTo>
                  <a:pt x="1304879" y="307474"/>
                </a:lnTo>
                <a:lnTo>
                  <a:pt x="1304879" y="255074"/>
                </a:lnTo>
                <a:lnTo>
                  <a:pt x="1137717" y="255074"/>
                </a:lnTo>
                <a:lnTo>
                  <a:pt x="1303580" y="45038"/>
                </a:lnTo>
                <a:lnTo>
                  <a:pt x="1303580" y="0"/>
                </a:lnTo>
                <a:close/>
              </a:path>
              <a:path w="2409825" h="307975">
                <a:moveTo>
                  <a:pt x="1411392" y="0"/>
                </a:moveTo>
                <a:lnTo>
                  <a:pt x="1351629" y="0"/>
                </a:lnTo>
                <a:lnTo>
                  <a:pt x="1351629" y="307474"/>
                </a:lnTo>
                <a:lnTo>
                  <a:pt x="1411392" y="307474"/>
                </a:lnTo>
                <a:lnTo>
                  <a:pt x="1411392" y="0"/>
                </a:lnTo>
                <a:close/>
              </a:path>
              <a:path w="2409825" h="307975">
                <a:moveTo>
                  <a:pt x="1535305" y="0"/>
                </a:moveTo>
                <a:lnTo>
                  <a:pt x="1475543" y="0"/>
                </a:lnTo>
                <a:lnTo>
                  <a:pt x="1475543" y="307474"/>
                </a:lnTo>
                <a:lnTo>
                  <a:pt x="1692074" y="307474"/>
                </a:lnTo>
                <a:lnTo>
                  <a:pt x="1692074" y="255074"/>
                </a:lnTo>
                <a:lnTo>
                  <a:pt x="1535305" y="255074"/>
                </a:lnTo>
                <a:lnTo>
                  <a:pt x="1535305" y="0"/>
                </a:lnTo>
                <a:close/>
              </a:path>
              <a:path w="2409825" h="307975">
                <a:moveTo>
                  <a:pt x="1872655" y="0"/>
                </a:moveTo>
                <a:lnTo>
                  <a:pt x="1812026" y="0"/>
                </a:lnTo>
                <a:lnTo>
                  <a:pt x="1698564" y="307474"/>
                </a:lnTo>
                <a:lnTo>
                  <a:pt x="1760058" y="307474"/>
                </a:lnTo>
                <a:lnTo>
                  <a:pt x="1788207" y="230822"/>
                </a:lnTo>
                <a:lnTo>
                  <a:pt x="1957506" y="230822"/>
                </a:lnTo>
                <a:lnTo>
                  <a:pt x="1942064" y="188815"/>
                </a:lnTo>
                <a:lnTo>
                  <a:pt x="1798168" y="188815"/>
                </a:lnTo>
                <a:lnTo>
                  <a:pt x="1842340" y="61927"/>
                </a:lnTo>
                <a:lnTo>
                  <a:pt x="1895420" y="61927"/>
                </a:lnTo>
                <a:lnTo>
                  <a:pt x="1872655" y="0"/>
                </a:lnTo>
                <a:close/>
              </a:path>
              <a:path w="2409825" h="307975">
                <a:moveTo>
                  <a:pt x="1957506" y="230822"/>
                </a:moveTo>
                <a:lnTo>
                  <a:pt x="1895607" y="230822"/>
                </a:lnTo>
                <a:lnTo>
                  <a:pt x="1924189" y="307474"/>
                </a:lnTo>
                <a:lnTo>
                  <a:pt x="1985684" y="307474"/>
                </a:lnTo>
                <a:lnTo>
                  <a:pt x="1957506" y="230822"/>
                </a:lnTo>
                <a:close/>
              </a:path>
              <a:path w="2409825" h="307975">
                <a:moveTo>
                  <a:pt x="1895420" y="61927"/>
                </a:moveTo>
                <a:lnTo>
                  <a:pt x="1842340" y="61927"/>
                </a:lnTo>
                <a:lnTo>
                  <a:pt x="1884780" y="188815"/>
                </a:lnTo>
                <a:lnTo>
                  <a:pt x="1942064" y="188815"/>
                </a:lnTo>
                <a:lnTo>
                  <a:pt x="1895420" y="61927"/>
                </a:lnTo>
                <a:close/>
              </a:path>
              <a:path w="2409825" h="307975">
                <a:moveTo>
                  <a:pt x="2067046" y="0"/>
                </a:moveTo>
                <a:lnTo>
                  <a:pt x="2019409" y="0"/>
                </a:lnTo>
                <a:lnTo>
                  <a:pt x="2019409" y="307474"/>
                </a:lnTo>
                <a:lnTo>
                  <a:pt x="2079171" y="307474"/>
                </a:lnTo>
                <a:lnTo>
                  <a:pt x="2079171" y="109997"/>
                </a:lnTo>
                <a:lnTo>
                  <a:pt x="2153305" y="109997"/>
                </a:lnTo>
                <a:lnTo>
                  <a:pt x="2067046" y="0"/>
                </a:lnTo>
                <a:close/>
              </a:path>
              <a:path w="2409825" h="307975">
                <a:moveTo>
                  <a:pt x="2153305" y="109997"/>
                </a:moveTo>
                <a:lnTo>
                  <a:pt x="2079171" y="109997"/>
                </a:lnTo>
                <a:lnTo>
                  <a:pt x="2235940" y="307474"/>
                </a:lnTo>
                <a:lnTo>
                  <a:pt x="2285742" y="307474"/>
                </a:lnTo>
                <a:lnTo>
                  <a:pt x="2285742" y="202673"/>
                </a:lnTo>
                <a:lnTo>
                  <a:pt x="2225980" y="202673"/>
                </a:lnTo>
                <a:lnTo>
                  <a:pt x="2153305" y="109997"/>
                </a:lnTo>
                <a:close/>
              </a:path>
              <a:path w="2409825" h="307975">
                <a:moveTo>
                  <a:pt x="2285742" y="433"/>
                </a:moveTo>
                <a:lnTo>
                  <a:pt x="2225980" y="433"/>
                </a:lnTo>
                <a:lnTo>
                  <a:pt x="2225980" y="202673"/>
                </a:lnTo>
                <a:lnTo>
                  <a:pt x="2285742" y="202673"/>
                </a:lnTo>
                <a:lnTo>
                  <a:pt x="2285742" y="433"/>
                </a:lnTo>
                <a:close/>
              </a:path>
              <a:path w="2409825" h="307975">
                <a:moveTo>
                  <a:pt x="2409467" y="0"/>
                </a:moveTo>
                <a:lnTo>
                  <a:pt x="2349704" y="0"/>
                </a:lnTo>
                <a:lnTo>
                  <a:pt x="2349704" y="307474"/>
                </a:lnTo>
                <a:lnTo>
                  <a:pt x="2409467" y="307474"/>
                </a:lnTo>
                <a:lnTo>
                  <a:pt x="24094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68646" y="6103425"/>
            <a:ext cx="3693795" cy="313690"/>
          </a:xfrm>
          <a:custGeom>
            <a:avLst/>
            <a:gdLst/>
            <a:ahLst/>
            <a:cxnLst/>
            <a:rect l="l" t="t" r="r" b="b"/>
            <a:pathLst>
              <a:path w="3693795" h="313689">
                <a:moveTo>
                  <a:pt x="64093" y="2165"/>
                </a:moveTo>
                <a:lnTo>
                  <a:pt x="0" y="2165"/>
                </a:lnTo>
                <a:lnTo>
                  <a:pt x="0" y="309639"/>
                </a:lnTo>
                <a:lnTo>
                  <a:pt x="59762" y="309639"/>
                </a:lnTo>
                <a:lnTo>
                  <a:pt x="59762" y="107832"/>
                </a:lnTo>
                <a:lnTo>
                  <a:pt x="119019" y="107832"/>
                </a:lnTo>
                <a:lnTo>
                  <a:pt x="64093" y="2165"/>
                </a:lnTo>
                <a:close/>
              </a:path>
              <a:path w="3693795" h="313689">
                <a:moveTo>
                  <a:pt x="310506" y="107832"/>
                </a:moveTo>
                <a:lnTo>
                  <a:pt x="250743" y="107832"/>
                </a:lnTo>
                <a:lnTo>
                  <a:pt x="250743" y="309639"/>
                </a:lnTo>
                <a:lnTo>
                  <a:pt x="310506" y="309639"/>
                </a:lnTo>
                <a:lnTo>
                  <a:pt x="310506" y="107832"/>
                </a:lnTo>
                <a:close/>
              </a:path>
              <a:path w="3693795" h="313689">
                <a:moveTo>
                  <a:pt x="119019" y="107832"/>
                </a:moveTo>
                <a:lnTo>
                  <a:pt x="59762" y="107832"/>
                </a:lnTo>
                <a:lnTo>
                  <a:pt x="138580" y="258105"/>
                </a:lnTo>
                <a:lnTo>
                  <a:pt x="171925" y="258105"/>
                </a:lnTo>
                <a:lnTo>
                  <a:pt x="214401" y="177122"/>
                </a:lnTo>
                <a:lnTo>
                  <a:pt x="155036" y="177122"/>
                </a:lnTo>
                <a:lnTo>
                  <a:pt x="119019" y="107832"/>
                </a:lnTo>
                <a:close/>
              </a:path>
              <a:path w="3693795" h="313689">
                <a:moveTo>
                  <a:pt x="310506" y="2165"/>
                </a:moveTo>
                <a:lnTo>
                  <a:pt x="246845" y="2165"/>
                </a:lnTo>
                <a:lnTo>
                  <a:pt x="155036" y="177122"/>
                </a:lnTo>
                <a:lnTo>
                  <a:pt x="214401" y="177122"/>
                </a:lnTo>
                <a:lnTo>
                  <a:pt x="250743" y="107832"/>
                </a:lnTo>
                <a:lnTo>
                  <a:pt x="310506" y="107832"/>
                </a:lnTo>
                <a:lnTo>
                  <a:pt x="310506" y="2165"/>
                </a:lnTo>
                <a:close/>
              </a:path>
              <a:path w="3693795" h="313689">
                <a:moveTo>
                  <a:pt x="486431" y="2165"/>
                </a:moveTo>
                <a:lnTo>
                  <a:pt x="374700" y="2165"/>
                </a:lnTo>
                <a:lnTo>
                  <a:pt x="374700" y="309639"/>
                </a:lnTo>
                <a:lnTo>
                  <a:pt x="486431" y="309639"/>
                </a:lnTo>
                <a:lnTo>
                  <a:pt x="508815" y="308449"/>
                </a:lnTo>
                <a:lnTo>
                  <a:pt x="548873" y="298921"/>
                </a:lnTo>
                <a:lnTo>
                  <a:pt x="582679" y="280083"/>
                </a:lnTo>
                <a:lnTo>
                  <a:pt x="605692" y="257239"/>
                </a:lnTo>
                <a:lnTo>
                  <a:pt x="434463" y="257239"/>
                </a:lnTo>
                <a:lnTo>
                  <a:pt x="434463" y="54565"/>
                </a:lnTo>
                <a:lnTo>
                  <a:pt x="605956" y="54565"/>
                </a:lnTo>
                <a:lnTo>
                  <a:pt x="600001" y="46987"/>
                </a:lnTo>
                <a:lnTo>
                  <a:pt x="552527" y="13858"/>
                </a:lnTo>
                <a:lnTo>
                  <a:pt x="510520" y="3464"/>
                </a:lnTo>
                <a:lnTo>
                  <a:pt x="486431" y="2165"/>
                </a:lnTo>
                <a:close/>
              </a:path>
              <a:path w="3693795" h="313689">
                <a:moveTo>
                  <a:pt x="605956" y="54565"/>
                </a:moveTo>
                <a:lnTo>
                  <a:pt x="486431" y="54565"/>
                </a:lnTo>
                <a:lnTo>
                  <a:pt x="500397" y="55377"/>
                </a:lnTo>
                <a:lnTo>
                  <a:pt x="513280" y="57813"/>
                </a:lnTo>
                <a:lnTo>
                  <a:pt x="553772" y="82715"/>
                </a:lnTo>
                <a:lnTo>
                  <a:pt x="575100" y="127428"/>
                </a:lnTo>
                <a:lnTo>
                  <a:pt x="577807" y="155469"/>
                </a:lnTo>
                <a:lnTo>
                  <a:pt x="577130" y="169625"/>
                </a:lnTo>
                <a:lnTo>
                  <a:pt x="566980" y="207870"/>
                </a:lnTo>
                <a:lnTo>
                  <a:pt x="536233" y="244247"/>
                </a:lnTo>
                <a:lnTo>
                  <a:pt x="486431" y="257239"/>
                </a:lnTo>
                <a:lnTo>
                  <a:pt x="605692" y="257239"/>
                </a:lnTo>
                <a:lnTo>
                  <a:pt x="627528" y="218805"/>
                </a:lnTo>
                <a:lnTo>
                  <a:pt x="636839" y="178097"/>
                </a:lnTo>
                <a:lnTo>
                  <a:pt x="638003" y="155469"/>
                </a:lnTo>
                <a:lnTo>
                  <a:pt x="636947" y="134736"/>
                </a:lnTo>
                <a:lnTo>
                  <a:pt x="633780" y="114978"/>
                </a:lnTo>
                <a:lnTo>
                  <a:pt x="628502" y="96194"/>
                </a:lnTo>
                <a:lnTo>
                  <a:pt x="621113" y="78384"/>
                </a:lnTo>
                <a:lnTo>
                  <a:pt x="611675" y="61873"/>
                </a:lnTo>
                <a:lnTo>
                  <a:pt x="605956" y="54565"/>
                </a:lnTo>
                <a:close/>
              </a:path>
              <a:path w="3693795" h="313689">
                <a:moveTo>
                  <a:pt x="722866" y="247278"/>
                </a:moveTo>
                <a:lnTo>
                  <a:pt x="675229" y="247278"/>
                </a:lnTo>
                <a:lnTo>
                  <a:pt x="675229" y="309639"/>
                </a:lnTo>
                <a:lnTo>
                  <a:pt x="722866" y="309639"/>
                </a:lnTo>
                <a:lnTo>
                  <a:pt x="722866" y="247278"/>
                </a:lnTo>
                <a:close/>
              </a:path>
              <a:path w="3693795" h="313689">
                <a:moveTo>
                  <a:pt x="931102" y="2165"/>
                </a:moveTo>
                <a:lnTo>
                  <a:pt x="883465" y="2165"/>
                </a:lnTo>
                <a:lnTo>
                  <a:pt x="883465" y="309639"/>
                </a:lnTo>
                <a:lnTo>
                  <a:pt x="943227" y="309639"/>
                </a:lnTo>
                <a:lnTo>
                  <a:pt x="943227" y="112163"/>
                </a:lnTo>
                <a:lnTo>
                  <a:pt x="1017361" y="112163"/>
                </a:lnTo>
                <a:lnTo>
                  <a:pt x="931102" y="2165"/>
                </a:lnTo>
                <a:close/>
              </a:path>
              <a:path w="3693795" h="313689">
                <a:moveTo>
                  <a:pt x="1017361" y="112163"/>
                </a:moveTo>
                <a:lnTo>
                  <a:pt x="943227" y="112163"/>
                </a:lnTo>
                <a:lnTo>
                  <a:pt x="1099996" y="309639"/>
                </a:lnTo>
                <a:lnTo>
                  <a:pt x="1149798" y="309639"/>
                </a:lnTo>
                <a:lnTo>
                  <a:pt x="1149798" y="204838"/>
                </a:lnTo>
                <a:lnTo>
                  <a:pt x="1090036" y="204838"/>
                </a:lnTo>
                <a:lnTo>
                  <a:pt x="1017361" y="112163"/>
                </a:lnTo>
                <a:close/>
              </a:path>
              <a:path w="3693795" h="313689">
                <a:moveTo>
                  <a:pt x="1149798" y="2598"/>
                </a:moveTo>
                <a:lnTo>
                  <a:pt x="1090036" y="2598"/>
                </a:lnTo>
                <a:lnTo>
                  <a:pt x="1090036" y="204838"/>
                </a:lnTo>
                <a:lnTo>
                  <a:pt x="1149798" y="204838"/>
                </a:lnTo>
                <a:lnTo>
                  <a:pt x="1149798" y="2598"/>
                </a:lnTo>
                <a:close/>
              </a:path>
              <a:path w="3693795" h="313689">
                <a:moveTo>
                  <a:pt x="1357970" y="2165"/>
                </a:moveTo>
                <a:lnTo>
                  <a:pt x="1297341" y="2165"/>
                </a:lnTo>
                <a:lnTo>
                  <a:pt x="1183878" y="309639"/>
                </a:lnTo>
                <a:lnTo>
                  <a:pt x="1245373" y="309639"/>
                </a:lnTo>
                <a:lnTo>
                  <a:pt x="1273522" y="232987"/>
                </a:lnTo>
                <a:lnTo>
                  <a:pt x="1442821" y="232987"/>
                </a:lnTo>
                <a:lnTo>
                  <a:pt x="1427379" y="190980"/>
                </a:lnTo>
                <a:lnTo>
                  <a:pt x="1283483" y="190980"/>
                </a:lnTo>
                <a:lnTo>
                  <a:pt x="1327655" y="64093"/>
                </a:lnTo>
                <a:lnTo>
                  <a:pt x="1380735" y="64093"/>
                </a:lnTo>
                <a:lnTo>
                  <a:pt x="1357970" y="2165"/>
                </a:lnTo>
                <a:close/>
              </a:path>
              <a:path w="3693795" h="313689">
                <a:moveTo>
                  <a:pt x="1442821" y="232987"/>
                </a:moveTo>
                <a:lnTo>
                  <a:pt x="1380922" y="232987"/>
                </a:lnTo>
                <a:lnTo>
                  <a:pt x="1409504" y="309639"/>
                </a:lnTo>
                <a:lnTo>
                  <a:pt x="1470999" y="309639"/>
                </a:lnTo>
                <a:lnTo>
                  <a:pt x="1442821" y="232987"/>
                </a:lnTo>
                <a:close/>
              </a:path>
              <a:path w="3693795" h="313689">
                <a:moveTo>
                  <a:pt x="1380735" y="64093"/>
                </a:moveTo>
                <a:lnTo>
                  <a:pt x="1327655" y="64093"/>
                </a:lnTo>
                <a:lnTo>
                  <a:pt x="1370095" y="190980"/>
                </a:lnTo>
                <a:lnTo>
                  <a:pt x="1427379" y="190980"/>
                </a:lnTo>
                <a:lnTo>
                  <a:pt x="1380735" y="64093"/>
                </a:lnTo>
                <a:close/>
              </a:path>
              <a:path w="3693795" h="313689">
                <a:moveTo>
                  <a:pt x="1504815" y="221728"/>
                </a:moveTo>
                <a:lnTo>
                  <a:pt x="1478398" y="273262"/>
                </a:lnTo>
                <a:lnTo>
                  <a:pt x="1487493" y="279325"/>
                </a:lnTo>
                <a:lnTo>
                  <a:pt x="1497020" y="284955"/>
                </a:lnTo>
                <a:lnTo>
                  <a:pt x="1539027" y="302602"/>
                </a:lnTo>
                <a:lnTo>
                  <a:pt x="1584499" y="311913"/>
                </a:lnTo>
                <a:lnTo>
                  <a:pt x="1607451" y="313104"/>
                </a:lnTo>
                <a:lnTo>
                  <a:pt x="1618765" y="312806"/>
                </a:lnTo>
                <a:lnTo>
                  <a:pt x="1660664" y="305390"/>
                </a:lnTo>
                <a:lnTo>
                  <a:pt x="1694713" y="286498"/>
                </a:lnTo>
                <a:lnTo>
                  <a:pt x="1714288" y="259404"/>
                </a:lnTo>
                <a:lnTo>
                  <a:pt x="1608317" y="259404"/>
                </a:lnTo>
                <a:lnTo>
                  <a:pt x="1599683" y="259134"/>
                </a:lnTo>
                <a:lnTo>
                  <a:pt x="1557865" y="250310"/>
                </a:lnTo>
                <a:lnTo>
                  <a:pt x="1518673" y="232121"/>
                </a:lnTo>
                <a:lnTo>
                  <a:pt x="1507414" y="224326"/>
                </a:lnTo>
                <a:lnTo>
                  <a:pt x="1504815" y="221728"/>
                </a:lnTo>
                <a:close/>
              </a:path>
              <a:path w="3693795" h="313689">
                <a:moveTo>
                  <a:pt x="1603120" y="0"/>
                </a:moveTo>
                <a:lnTo>
                  <a:pt x="1559516" y="6333"/>
                </a:lnTo>
                <a:lnTo>
                  <a:pt x="1523437" y="24792"/>
                </a:lnTo>
                <a:lnTo>
                  <a:pt x="1499239" y="54998"/>
                </a:lnTo>
                <a:lnTo>
                  <a:pt x="1491027" y="95418"/>
                </a:lnTo>
                <a:lnTo>
                  <a:pt x="1490957" y="96573"/>
                </a:lnTo>
                <a:lnTo>
                  <a:pt x="1491509" y="106966"/>
                </a:lnTo>
                <a:lnTo>
                  <a:pt x="1491553" y="107778"/>
                </a:lnTo>
                <a:lnTo>
                  <a:pt x="1493339" y="118009"/>
                </a:lnTo>
                <a:lnTo>
                  <a:pt x="1520378" y="156010"/>
                </a:lnTo>
                <a:lnTo>
                  <a:pt x="1564091" y="175498"/>
                </a:lnTo>
                <a:lnTo>
                  <a:pt x="1589723" y="183131"/>
                </a:lnTo>
                <a:lnTo>
                  <a:pt x="1600630" y="186433"/>
                </a:lnTo>
                <a:lnTo>
                  <a:pt x="1642258" y="202375"/>
                </a:lnTo>
                <a:lnTo>
                  <a:pt x="1657686" y="218552"/>
                </a:lnTo>
                <a:lnTo>
                  <a:pt x="1657686" y="227791"/>
                </a:lnTo>
                <a:lnTo>
                  <a:pt x="1629645" y="257347"/>
                </a:lnTo>
                <a:lnTo>
                  <a:pt x="1608317" y="259404"/>
                </a:lnTo>
                <a:lnTo>
                  <a:pt x="1714288" y="259404"/>
                </a:lnTo>
                <a:lnTo>
                  <a:pt x="1721223" y="224326"/>
                </a:lnTo>
                <a:lnTo>
                  <a:pt x="1721347" y="221728"/>
                </a:lnTo>
                <a:lnTo>
                  <a:pt x="1709221" y="176689"/>
                </a:lnTo>
                <a:lnTo>
                  <a:pt x="1675009" y="148973"/>
                </a:lnTo>
                <a:lnTo>
                  <a:pt x="1637251" y="134682"/>
                </a:lnTo>
                <a:lnTo>
                  <a:pt x="1611403" y="127807"/>
                </a:lnTo>
                <a:lnTo>
                  <a:pt x="1601172" y="124938"/>
                </a:lnTo>
                <a:lnTo>
                  <a:pt x="1564632" y="110512"/>
                </a:lnTo>
                <a:lnTo>
                  <a:pt x="1552452" y="95418"/>
                </a:lnTo>
                <a:lnTo>
                  <a:pt x="1552452" y="87045"/>
                </a:lnTo>
                <a:lnTo>
                  <a:pt x="1580060" y="54674"/>
                </a:lnTo>
                <a:lnTo>
                  <a:pt x="1601388" y="52400"/>
                </a:lnTo>
                <a:lnTo>
                  <a:pt x="1700614" y="52400"/>
                </a:lnTo>
                <a:lnTo>
                  <a:pt x="1710520" y="34211"/>
                </a:lnTo>
                <a:lnTo>
                  <a:pt x="1671599" y="13614"/>
                </a:lnTo>
                <a:lnTo>
                  <a:pt x="1634139" y="2679"/>
                </a:lnTo>
                <a:lnTo>
                  <a:pt x="1613785" y="297"/>
                </a:lnTo>
                <a:lnTo>
                  <a:pt x="1603120" y="0"/>
                </a:lnTo>
                <a:close/>
              </a:path>
              <a:path w="3693795" h="313689">
                <a:moveTo>
                  <a:pt x="1700614" y="52400"/>
                </a:moveTo>
                <a:lnTo>
                  <a:pt x="1601388" y="52400"/>
                </a:lnTo>
                <a:lnTo>
                  <a:pt x="1608290" y="52644"/>
                </a:lnTo>
                <a:lnTo>
                  <a:pt x="1615138" y="53374"/>
                </a:lnTo>
                <a:lnTo>
                  <a:pt x="1622384" y="54674"/>
                </a:lnTo>
                <a:lnTo>
                  <a:pt x="1622252" y="54674"/>
                </a:lnTo>
                <a:lnTo>
                  <a:pt x="1628671" y="56298"/>
                </a:lnTo>
                <a:lnTo>
                  <a:pt x="1667647" y="71022"/>
                </a:lnTo>
                <a:lnTo>
                  <a:pt x="1672844" y="74486"/>
                </a:lnTo>
                <a:lnTo>
                  <a:pt x="1678329" y="77951"/>
                </a:lnTo>
                <a:lnTo>
                  <a:pt x="1682082" y="80694"/>
                </a:lnTo>
                <a:lnTo>
                  <a:pt x="1684103" y="82715"/>
                </a:lnTo>
                <a:lnTo>
                  <a:pt x="1700614" y="52400"/>
                </a:lnTo>
                <a:close/>
              </a:path>
              <a:path w="3693795" h="313689">
                <a:moveTo>
                  <a:pt x="1976109" y="2165"/>
                </a:moveTo>
                <a:lnTo>
                  <a:pt x="1766507" y="2165"/>
                </a:lnTo>
                <a:lnTo>
                  <a:pt x="1766507" y="309639"/>
                </a:lnTo>
                <a:lnTo>
                  <a:pt x="1980007" y="309639"/>
                </a:lnTo>
                <a:lnTo>
                  <a:pt x="1980007" y="257239"/>
                </a:lnTo>
                <a:lnTo>
                  <a:pt x="1826269" y="257239"/>
                </a:lnTo>
                <a:lnTo>
                  <a:pt x="1826269" y="177122"/>
                </a:lnTo>
                <a:lnTo>
                  <a:pt x="1955755" y="177122"/>
                </a:lnTo>
                <a:lnTo>
                  <a:pt x="1955755" y="128619"/>
                </a:lnTo>
                <a:lnTo>
                  <a:pt x="1826269" y="128619"/>
                </a:lnTo>
                <a:lnTo>
                  <a:pt x="1826269" y="54565"/>
                </a:lnTo>
                <a:lnTo>
                  <a:pt x="1976109" y="54565"/>
                </a:lnTo>
                <a:lnTo>
                  <a:pt x="1976109" y="2165"/>
                </a:lnTo>
                <a:close/>
              </a:path>
              <a:path w="3693795" h="313689">
                <a:moveTo>
                  <a:pt x="2162580" y="2165"/>
                </a:moveTo>
                <a:lnTo>
                  <a:pt x="2026598" y="2165"/>
                </a:lnTo>
                <a:lnTo>
                  <a:pt x="2026598" y="309639"/>
                </a:lnTo>
                <a:lnTo>
                  <a:pt x="2086361" y="309639"/>
                </a:lnTo>
                <a:lnTo>
                  <a:pt x="2086361" y="206571"/>
                </a:lnTo>
                <a:lnTo>
                  <a:pt x="2212640" y="206571"/>
                </a:lnTo>
                <a:lnTo>
                  <a:pt x="2205020" y="194012"/>
                </a:lnTo>
                <a:lnTo>
                  <a:pt x="2213194" y="189952"/>
                </a:lnTo>
                <a:lnTo>
                  <a:pt x="2220827" y="185134"/>
                </a:lnTo>
                <a:lnTo>
                  <a:pt x="2247984" y="154170"/>
                </a:lnTo>
                <a:lnTo>
                  <a:pt x="2086361" y="154170"/>
                </a:lnTo>
                <a:lnTo>
                  <a:pt x="2086361" y="54565"/>
                </a:lnTo>
                <a:lnTo>
                  <a:pt x="2247179" y="54565"/>
                </a:lnTo>
                <a:lnTo>
                  <a:pt x="2244537" y="49802"/>
                </a:lnTo>
                <a:lnTo>
                  <a:pt x="2218445" y="21003"/>
                </a:lnTo>
                <a:lnTo>
                  <a:pt x="2182934" y="4330"/>
                </a:lnTo>
                <a:lnTo>
                  <a:pt x="2172973" y="2706"/>
                </a:lnTo>
                <a:lnTo>
                  <a:pt x="2162580" y="2165"/>
                </a:lnTo>
                <a:close/>
              </a:path>
              <a:path w="3693795" h="313689">
                <a:moveTo>
                  <a:pt x="2212640" y="206571"/>
                </a:moveTo>
                <a:lnTo>
                  <a:pt x="2146124" y="206571"/>
                </a:lnTo>
                <a:lnTo>
                  <a:pt x="2209351" y="309639"/>
                </a:lnTo>
                <a:lnTo>
                  <a:pt x="2275176" y="309639"/>
                </a:lnTo>
                <a:lnTo>
                  <a:pt x="2212640" y="206571"/>
                </a:lnTo>
                <a:close/>
              </a:path>
              <a:path w="3693795" h="313689">
                <a:moveTo>
                  <a:pt x="2247179" y="54565"/>
                </a:moveTo>
                <a:lnTo>
                  <a:pt x="2165900" y="54565"/>
                </a:lnTo>
                <a:lnTo>
                  <a:pt x="2172540" y="56731"/>
                </a:lnTo>
                <a:lnTo>
                  <a:pt x="2178603" y="61061"/>
                </a:lnTo>
                <a:lnTo>
                  <a:pt x="2199878" y="97249"/>
                </a:lnTo>
                <a:lnTo>
                  <a:pt x="2200257" y="104368"/>
                </a:lnTo>
                <a:lnTo>
                  <a:pt x="2199932" y="111134"/>
                </a:lnTo>
                <a:lnTo>
                  <a:pt x="2181202" y="147674"/>
                </a:lnTo>
                <a:lnTo>
                  <a:pt x="2168787" y="154170"/>
                </a:lnTo>
                <a:lnTo>
                  <a:pt x="2247984" y="154170"/>
                </a:lnTo>
                <a:lnTo>
                  <a:pt x="2260019" y="114030"/>
                </a:lnTo>
                <a:lnTo>
                  <a:pt x="2260452" y="104368"/>
                </a:lnTo>
                <a:lnTo>
                  <a:pt x="2260107" y="97249"/>
                </a:lnTo>
                <a:lnTo>
                  <a:pt x="2259992" y="94894"/>
                </a:lnTo>
                <a:lnTo>
                  <a:pt x="2258612" y="85529"/>
                </a:lnTo>
                <a:lnTo>
                  <a:pt x="2256311" y="76273"/>
                </a:lnTo>
                <a:lnTo>
                  <a:pt x="2253090" y="67124"/>
                </a:lnTo>
                <a:lnTo>
                  <a:pt x="2249220" y="58246"/>
                </a:lnTo>
                <a:lnTo>
                  <a:pt x="2247179" y="54565"/>
                </a:lnTo>
                <a:close/>
              </a:path>
              <a:path w="3693795" h="313689">
                <a:moveTo>
                  <a:pt x="2368765" y="2165"/>
                </a:moveTo>
                <a:lnTo>
                  <a:pt x="2309003" y="2165"/>
                </a:lnTo>
                <a:lnTo>
                  <a:pt x="2309003" y="158934"/>
                </a:lnTo>
                <a:lnTo>
                  <a:pt x="2309463" y="173739"/>
                </a:lnTo>
                <a:lnTo>
                  <a:pt x="2310686" y="186623"/>
                </a:lnTo>
                <a:lnTo>
                  <a:pt x="2310725" y="187029"/>
                </a:lnTo>
                <a:lnTo>
                  <a:pt x="2320560" y="229821"/>
                </a:lnTo>
                <a:lnTo>
                  <a:pt x="2339317" y="265467"/>
                </a:lnTo>
                <a:lnTo>
                  <a:pt x="2368711" y="292831"/>
                </a:lnTo>
                <a:lnTo>
                  <a:pt x="2410011" y="308882"/>
                </a:lnTo>
                <a:lnTo>
                  <a:pt x="2410361" y="308882"/>
                </a:lnTo>
                <a:lnTo>
                  <a:pt x="2426152" y="311074"/>
                </a:lnTo>
                <a:lnTo>
                  <a:pt x="2426590" y="311074"/>
                </a:lnTo>
                <a:lnTo>
                  <a:pt x="2443685" y="311805"/>
                </a:lnTo>
                <a:lnTo>
                  <a:pt x="2460818" y="311074"/>
                </a:lnTo>
                <a:lnTo>
                  <a:pt x="2504747" y="300112"/>
                </a:lnTo>
                <a:lnTo>
                  <a:pt x="2537714" y="277051"/>
                </a:lnTo>
                <a:lnTo>
                  <a:pt x="2552042" y="258971"/>
                </a:lnTo>
                <a:lnTo>
                  <a:pt x="2443252" y="258971"/>
                </a:lnTo>
                <a:lnTo>
                  <a:pt x="2433075" y="258457"/>
                </a:lnTo>
                <a:lnTo>
                  <a:pt x="2394857" y="240999"/>
                </a:lnTo>
                <a:lnTo>
                  <a:pt x="2374476" y="204838"/>
                </a:lnTo>
                <a:lnTo>
                  <a:pt x="2368765" y="158934"/>
                </a:lnTo>
                <a:lnTo>
                  <a:pt x="2368765" y="2165"/>
                </a:lnTo>
                <a:close/>
              </a:path>
              <a:path w="3693795" h="313689">
                <a:moveTo>
                  <a:pt x="2577935" y="2165"/>
                </a:moveTo>
                <a:lnTo>
                  <a:pt x="2518605" y="2165"/>
                </a:lnTo>
                <a:lnTo>
                  <a:pt x="2518605" y="158934"/>
                </a:lnTo>
                <a:lnTo>
                  <a:pt x="2518362" y="168217"/>
                </a:lnTo>
                <a:lnTo>
                  <a:pt x="2517631" y="177447"/>
                </a:lnTo>
                <a:lnTo>
                  <a:pt x="2516413" y="186623"/>
                </a:lnTo>
                <a:lnTo>
                  <a:pt x="2514707" y="195744"/>
                </a:lnTo>
                <a:lnTo>
                  <a:pt x="2512524" y="204162"/>
                </a:lnTo>
                <a:lnTo>
                  <a:pt x="2512461" y="204405"/>
                </a:lnTo>
                <a:lnTo>
                  <a:pt x="2492297" y="240674"/>
                </a:lnTo>
                <a:lnTo>
                  <a:pt x="2453619" y="258457"/>
                </a:lnTo>
                <a:lnTo>
                  <a:pt x="2443252" y="258971"/>
                </a:lnTo>
                <a:lnTo>
                  <a:pt x="2552042" y="258971"/>
                </a:lnTo>
                <a:lnTo>
                  <a:pt x="2570140" y="218263"/>
                </a:lnTo>
                <a:lnTo>
                  <a:pt x="2573386" y="204838"/>
                </a:lnTo>
                <a:lnTo>
                  <a:pt x="2573491" y="204405"/>
                </a:lnTo>
                <a:lnTo>
                  <a:pt x="2573550" y="204162"/>
                </a:lnTo>
                <a:lnTo>
                  <a:pt x="2575986" y="189573"/>
                </a:lnTo>
                <a:lnTo>
                  <a:pt x="2577448" y="174497"/>
                </a:lnTo>
                <a:lnTo>
                  <a:pt x="2577935" y="158934"/>
                </a:lnTo>
                <a:lnTo>
                  <a:pt x="2577935" y="2165"/>
                </a:lnTo>
                <a:close/>
              </a:path>
              <a:path w="3693795" h="313689">
                <a:moveTo>
                  <a:pt x="2697893" y="2165"/>
                </a:moveTo>
                <a:lnTo>
                  <a:pt x="2638131" y="2165"/>
                </a:lnTo>
                <a:lnTo>
                  <a:pt x="2638131" y="309639"/>
                </a:lnTo>
                <a:lnTo>
                  <a:pt x="2854662" y="309639"/>
                </a:lnTo>
                <a:lnTo>
                  <a:pt x="2854662" y="257239"/>
                </a:lnTo>
                <a:lnTo>
                  <a:pt x="2697893" y="257239"/>
                </a:lnTo>
                <a:lnTo>
                  <a:pt x="2697893" y="2165"/>
                </a:lnTo>
                <a:close/>
              </a:path>
              <a:path w="3693795" h="313689">
                <a:moveTo>
                  <a:pt x="2950795" y="2165"/>
                </a:moveTo>
                <a:lnTo>
                  <a:pt x="2891032" y="2165"/>
                </a:lnTo>
                <a:lnTo>
                  <a:pt x="2891032" y="309639"/>
                </a:lnTo>
                <a:lnTo>
                  <a:pt x="3107564" y="309639"/>
                </a:lnTo>
                <a:lnTo>
                  <a:pt x="3107564" y="257239"/>
                </a:lnTo>
                <a:lnTo>
                  <a:pt x="2950795" y="257239"/>
                </a:lnTo>
                <a:lnTo>
                  <a:pt x="2950795" y="2165"/>
                </a:lnTo>
                <a:close/>
              </a:path>
              <a:path w="3693795" h="313689">
                <a:moveTo>
                  <a:pt x="3288144" y="2165"/>
                </a:moveTo>
                <a:lnTo>
                  <a:pt x="3227516" y="2165"/>
                </a:lnTo>
                <a:lnTo>
                  <a:pt x="3114053" y="309639"/>
                </a:lnTo>
                <a:lnTo>
                  <a:pt x="3175548" y="309639"/>
                </a:lnTo>
                <a:lnTo>
                  <a:pt x="3203697" y="232987"/>
                </a:lnTo>
                <a:lnTo>
                  <a:pt x="3372996" y="232987"/>
                </a:lnTo>
                <a:lnTo>
                  <a:pt x="3357554" y="190980"/>
                </a:lnTo>
                <a:lnTo>
                  <a:pt x="3213657" y="190980"/>
                </a:lnTo>
                <a:lnTo>
                  <a:pt x="3257830" y="64093"/>
                </a:lnTo>
                <a:lnTo>
                  <a:pt x="3310909" y="64093"/>
                </a:lnTo>
                <a:lnTo>
                  <a:pt x="3288144" y="2165"/>
                </a:lnTo>
                <a:close/>
              </a:path>
              <a:path w="3693795" h="313689">
                <a:moveTo>
                  <a:pt x="3372996" y="232987"/>
                </a:moveTo>
                <a:lnTo>
                  <a:pt x="3311096" y="232987"/>
                </a:lnTo>
                <a:lnTo>
                  <a:pt x="3339679" y="309639"/>
                </a:lnTo>
                <a:lnTo>
                  <a:pt x="3401174" y="309639"/>
                </a:lnTo>
                <a:lnTo>
                  <a:pt x="3372996" y="232987"/>
                </a:lnTo>
                <a:close/>
              </a:path>
              <a:path w="3693795" h="313689">
                <a:moveTo>
                  <a:pt x="3310909" y="64093"/>
                </a:moveTo>
                <a:lnTo>
                  <a:pt x="3257830" y="64093"/>
                </a:lnTo>
                <a:lnTo>
                  <a:pt x="3300270" y="190980"/>
                </a:lnTo>
                <a:lnTo>
                  <a:pt x="3357554" y="190980"/>
                </a:lnTo>
                <a:lnTo>
                  <a:pt x="3310909" y="64093"/>
                </a:lnTo>
                <a:close/>
              </a:path>
              <a:path w="3693795" h="313689">
                <a:moveTo>
                  <a:pt x="3494661" y="2165"/>
                </a:moveTo>
                <a:lnTo>
                  <a:pt x="3434898" y="2165"/>
                </a:lnTo>
                <a:lnTo>
                  <a:pt x="3434898" y="309639"/>
                </a:lnTo>
                <a:lnTo>
                  <a:pt x="3494661" y="309639"/>
                </a:lnTo>
                <a:lnTo>
                  <a:pt x="3494661" y="178421"/>
                </a:lnTo>
                <a:lnTo>
                  <a:pt x="3693437" y="178421"/>
                </a:lnTo>
                <a:lnTo>
                  <a:pt x="3693437" y="126454"/>
                </a:lnTo>
                <a:lnTo>
                  <a:pt x="3494661" y="126454"/>
                </a:lnTo>
                <a:lnTo>
                  <a:pt x="3494661" y="2165"/>
                </a:lnTo>
                <a:close/>
              </a:path>
              <a:path w="3693795" h="313689">
                <a:moveTo>
                  <a:pt x="3693437" y="178421"/>
                </a:moveTo>
                <a:lnTo>
                  <a:pt x="3634107" y="178421"/>
                </a:lnTo>
                <a:lnTo>
                  <a:pt x="3634107" y="309639"/>
                </a:lnTo>
                <a:lnTo>
                  <a:pt x="3693437" y="309639"/>
                </a:lnTo>
                <a:lnTo>
                  <a:pt x="3693437" y="178421"/>
                </a:lnTo>
                <a:close/>
              </a:path>
              <a:path w="3693795" h="313689">
                <a:moveTo>
                  <a:pt x="3693437" y="2165"/>
                </a:moveTo>
                <a:lnTo>
                  <a:pt x="3634107" y="2165"/>
                </a:lnTo>
                <a:lnTo>
                  <a:pt x="3634107" y="126454"/>
                </a:lnTo>
                <a:lnTo>
                  <a:pt x="3693437" y="126454"/>
                </a:lnTo>
                <a:lnTo>
                  <a:pt x="3693437" y="21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097553" y="6103425"/>
            <a:ext cx="4188460" cy="314960"/>
          </a:xfrm>
          <a:custGeom>
            <a:avLst/>
            <a:gdLst/>
            <a:ahLst/>
            <a:cxnLst/>
            <a:rect l="l" t="t" r="r" b="b"/>
            <a:pathLst>
              <a:path w="4188459" h="314960">
                <a:moveTo>
                  <a:pt x="64093" y="2165"/>
                </a:moveTo>
                <a:lnTo>
                  <a:pt x="0" y="2165"/>
                </a:lnTo>
                <a:lnTo>
                  <a:pt x="0" y="309639"/>
                </a:lnTo>
                <a:lnTo>
                  <a:pt x="59762" y="309639"/>
                </a:lnTo>
                <a:lnTo>
                  <a:pt x="59762" y="107832"/>
                </a:lnTo>
                <a:lnTo>
                  <a:pt x="119019" y="107832"/>
                </a:lnTo>
                <a:lnTo>
                  <a:pt x="64093" y="2165"/>
                </a:lnTo>
                <a:close/>
              </a:path>
              <a:path w="4188459" h="314960">
                <a:moveTo>
                  <a:pt x="310506" y="107832"/>
                </a:moveTo>
                <a:lnTo>
                  <a:pt x="250743" y="107832"/>
                </a:lnTo>
                <a:lnTo>
                  <a:pt x="250743" y="309639"/>
                </a:lnTo>
                <a:lnTo>
                  <a:pt x="310506" y="309639"/>
                </a:lnTo>
                <a:lnTo>
                  <a:pt x="310506" y="107832"/>
                </a:lnTo>
                <a:close/>
              </a:path>
              <a:path w="4188459" h="314960">
                <a:moveTo>
                  <a:pt x="119019" y="107832"/>
                </a:moveTo>
                <a:lnTo>
                  <a:pt x="59762" y="107832"/>
                </a:lnTo>
                <a:lnTo>
                  <a:pt x="138580" y="258105"/>
                </a:lnTo>
                <a:lnTo>
                  <a:pt x="171925" y="258105"/>
                </a:lnTo>
                <a:lnTo>
                  <a:pt x="214401" y="177122"/>
                </a:lnTo>
                <a:lnTo>
                  <a:pt x="155036" y="177122"/>
                </a:lnTo>
                <a:lnTo>
                  <a:pt x="119019" y="107832"/>
                </a:lnTo>
                <a:close/>
              </a:path>
              <a:path w="4188459" h="314960">
                <a:moveTo>
                  <a:pt x="310506" y="2165"/>
                </a:moveTo>
                <a:lnTo>
                  <a:pt x="246845" y="2165"/>
                </a:lnTo>
                <a:lnTo>
                  <a:pt x="155036" y="177122"/>
                </a:lnTo>
                <a:lnTo>
                  <a:pt x="214401" y="177122"/>
                </a:lnTo>
                <a:lnTo>
                  <a:pt x="250743" y="107832"/>
                </a:lnTo>
                <a:lnTo>
                  <a:pt x="310506" y="107832"/>
                </a:lnTo>
                <a:lnTo>
                  <a:pt x="310506" y="2165"/>
                </a:lnTo>
                <a:close/>
              </a:path>
              <a:path w="4188459" h="314960">
                <a:moveTo>
                  <a:pt x="486431" y="2165"/>
                </a:moveTo>
                <a:lnTo>
                  <a:pt x="374700" y="2165"/>
                </a:lnTo>
                <a:lnTo>
                  <a:pt x="374700" y="309639"/>
                </a:lnTo>
                <a:lnTo>
                  <a:pt x="486431" y="309639"/>
                </a:lnTo>
                <a:lnTo>
                  <a:pt x="508815" y="308449"/>
                </a:lnTo>
                <a:lnTo>
                  <a:pt x="548873" y="298921"/>
                </a:lnTo>
                <a:lnTo>
                  <a:pt x="582679" y="280083"/>
                </a:lnTo>
                <a:lnTo>
                  <a:pt x="605692" y="257239"/>
                </a:lnTo>
                <a:lnTo>
                  <a:pt x="434463" y="257239"/>
                </a:lnTo>
                <a:lnTo>
                  <a:pt x="434463" y="54565"/>
                </a:lnTo>
                <a:lnTo>
                  <a:pt x="605956" y="54565"/>
                </a:lnTo>
                <a:lnTo>
                  <a:pt x="600001" y="46987"/>
                </a:lnTo>
                <a:lnTo>
                  <a:pt x="552527" y="13858"/>
                </a:lnTo>
                <a:lnTo>
                  <a:pt x="510520" y="3464"/>
                </a:lnTo>
                <a:lnTo>
                  <a:pt x="486431" y="2165"/>
                </a:lnTo>
                <a:close/>
              </a:path>
              <a:path w="4188459" h="314960">
                <a:moveTo>
                  <a:pt x="605956" y="54565"/>
                </a:moveTo>
                <a:lnTo>
                  <a:pt x="486431" y="54565"/>
                </a:lnTo>
                <a:lnTo>
                  <a:pt x="500397" y="55377"/>
                </a:lnTo>
                <a:lnTo>
                  <a:pt x="513280" y="57813"/>
                </a:lnTo>
                <a:lnTo>
                  <a:pt x="553772" y="82715"/>
                </a:lnTo>
                <a:lnTo>
                  <a:pt x="575100" y="127428"/>
                </a:lnTo>
                <a:lnTo>
                  <a:pt x="577807" y="155469"/>
                </a:lnTo>
                <a:lnTo>
                  <a:pt x="577130" y="169625"/>
                </a:lnTo>
                <a:lnTo>
                  <a:pt x="566980" y="207870"/>
                </a:lnTo>
                <a:lnTo>
                  <a:pt x="536233" y="244247"/>
                </a:lnTo>
                <a:lnTo>
                  <a:pt x="486431" y="257239"/>
                </a:lnTo>
                <a:lnTo>
                  <a:pt x="605692" y="257239"/>
                </a:lnTo>
                <a:lnTo>
                  <a:pt x="627528" y="218805"/>
                </a:lnTo>
                <a:lnTo>
                  <a:pt x="636839" y="178097"/>
                </a:lnTo>
                <a:lnTo>
                  <a:pt x="638003" y="155469"/>
                </a:lnTo>
                <a:lnTo>
                  <a:pt x="636947" y="134736"/>
                </a:lnTo>
                <a:lnTo>
                  <a:pt x="633780" y="114978"/>
                </a:lnTo>
                <a:lnTo>
                  <a:pt x="628502" y="96194"/>
                </a:lnTo>
                <a:lnTo>
                  <a:pt x="621113" y="78384"/>
                </a:lnTo>
                <a:lnTo>
                  <a:pt x="611675" y="61873"/>
                </a:lnTo>
                <a:lnTo>
                  <a:pt x="605956" y="54565"/>
                </a:lnTo>
                <a:close/>
              </a:path>
              <a:path w="4188459" h="314960">
                <a:moveTo>
                  <a:pt x="722866" y="247278"/>
                </a:moveTo>
                <a:lnTo>
                  <a:pt x="675229" y="247278"/>
                </a:lnTo>
                <a:lnTo>
                  <a:pt x="675229" y="309639"/>
                </a:lnTo>
                <a:lnTo>
                  <a:pt x="722866" y="309639"/>
                </a:lnTo>
                <a:lnTo>
                  <a:pt x="722866" y="247278"/>
                </a:lnTo>
                <a:close/>
              </a:path>
              <a:path w="4188459" h="314960">
                <a:moveTo>
                  <a:pt x="1019446" y="2165"/>
                </a:moveTo>
                <a:lnTo>
                  <a:pt x="883465" y="2165"/>
                </a:lnTo>
                <a:lnTo>
                  <a:pt x="883465" y="309639"/>
                </a:lnTo>
                <a:lnTo>
                  <a:pt x="943227" y="309639"/>
                </a:lnTo>
                <a:lnTo>
                  <a:pt x="943227" y="206571"/>
                </a:lnTo>
                <a:lnTo>
                  <a:pt x="1069507" y="206571"/>
                </a:lnTo>
                <a:lnTo>
                  <a:pt x="1061887" y="194012"/>
                </a:lnTo>
                <a:lnTo>
                  <a:pt x="1070061" y="189952"/>
                </a:lnTo>
                <a:lnTo>
                  <a:pt x="1077693" y="185134"/>
                </a:lnTo>
                <a:lnTo>
                  <a:pt x="1104850" y="154170"/>
                </a:lnTo>
                <a:lnTo>
                  <a:pt x="943227" y="154170"/>
                </a:lnTo>
                <a:lnTo>
                  <a:pt x="943227" y="54565"/>
                </a:lnTo>
                <a:lnTo>
                  <a:pt x="1104045" y="54565"/>
                </a:lnTo>
                <a:lnTo>
                  <a:pt x="1101404" y="49802"/>
                </a:lnTo>
                <a:lnTo>
                  <a:pt x="1075312" y="21003"/>
                </a:lnTo>
                <a:lnTo>
                  <a:pt x="1039800" y="4330"/>
                </a:lnTo>
                <a:lnTo>
                  <a:pt x="1029840" y="2706"/>
                </a:lnTo>
                <a:lnTo>
                  <a:pt x="1019446" y="2165"/>
                </a:lnTo>
                <a:close/>
              </a:path>
              <a:path w="4188459" h="314960">
                <a:moveTo>
                  <a:pt x="1069507" y="206571"/>
                </a:moveTo>
                <a:lnTo>
                  <a:pt x="1002990" y="206571"/>
                </a:lnTo>
                <a:lnTo>
                  <a:pt x="1066217" y="309639"/>
                </a:lnTo>
                <a:lnTo>
                  <a:pt x="1132043" y="309639"/>
                </a:lnTo>
                <a:lnTo>
                  <a:pt x="1069507" y="206571"/>
                </a:lnTo>
                <a:close/>
              </a:path>
              <a:path w="4188459" h="314960">
                <a:moveTo>
                  <a:pt x="1104045" y="54565"/>
                </a:moveTo>
                <a:lnTo>
                  <a:pt x="1022767" y="54565"/>
                </a:lnTo>
                <a:lnTo>
                  <a:pt x="1029407" y="56731"/>
                </a:lnTo>
                <a:lnTo>
                  <a:pt x="1035470" y="61061"/>
                </a:lnTo>
                <a:lnTo>
                  <a:pt x="1056744" y="97249"/>
                </a:lnTo>
                <a:lnTo>
                  <a:pt x="1057123" y="104368"/>
                </a:lnTo>
                <a:lnTo>
                  <a:pt x="1056798" y="111134"/>
                </a:lnTo>
                <a:lnTo>
                  <a:pt x="1055824" y="117576"/>
                </a:lnTo>
                <a:lnTo>
                  <a:pt x="1054243" y="123531"/>
                </a:lnTo>
                <a:lnTo>
                  <a:pt x="1054200" y="123693"/>
                </a:lnTo>
                <a:lnTo>
                  <a:pt x="1025654" y="154170"/>
                </a:lnTo>
                <a:lnTo>
                  <a:pt x="1104850" y="154170"/>
                </a:lnTo>
                <a:lnTo>
                  <a:pt x="1116886" y="114030"/>
                </a:lnTo>
                <a:lnTo>
                  <a:pt x="1117319" y="104368"/>
                </a:lnTo>
                <a:lnTo>
                  <a:pt x="1116973" y="97249"/>
                </a:lnTo>
                <a:lnTo>
                  <a:pt x="1116859" y="94894"/>
                </a:lnTo>
                <a:lnTo>
                  <a:pt x="1115478" y="85529"/>
                </a:lnTo>
                <a:lnTo>
                  <a:pt x="1113177" y="76273"/>
                </a:lnTo>
                <a:lnTo>
                  <a:pt x="1109957" y="67124"/>
                </a:lnTo>
                <a:lnTo>
                  <a:pt x="1106086" y="58246"/>
                </a:lnTo>
                <a:lnTo>
                  <a:pt x="1104045" y="54565"/>
                </a:lnTo>
                <a:close/>
              </a:path>
              <a:path w="4188459" h="314960">
                <a:moveTo>
                  <a:pt x="1315678" y="2165"/>
                </a:moveTo>
                <a:lnTo>
                  <a:pt x="1255050" y="2165"/>
                </a:lnTo>
                <a:lnTo>
                  <a:pt x="1141587" y="309639"/>
                </a:lnTo>
                <a:lnTo>
                  <a:pt x="1203082" y="309639"/>
                </a:lnTo>
                <a:lnTo>
                  <a:pt x="1231231" y="232987"/>
                </a:lnTo>
                <a:lnTo>
                  <a:pt x="1400530" y="232987"/>
                </a:lnTo>
                <a:lnTo>
                  <a:pt x="1385088" y="190980"/>
                </a:lnTo>
                <a:lnTo>
                  <a:pt x="1241192" y="190980"/>
                </a:lnTo>
                <a:lnTo>
                  <a:pt x="1285364" y="64093"/>
                </a:lnTo>
                <a:lnTo>
                  <a:pt x="1338443" y="64093"/>
                </a:lnTo>
                <a:lnTo>
                  <a:pt x="1315678" y="2165"/>
                </a:lnTo>
                <a:close/>
              </a:path>
              <a:path w="4188459" h="314960">
                <a:moveTo>
                  <a:pt x="1400530" y="232987"/>
                </a:moveTo>
                <a:lnTo>
                  <a:pt x="1338631" y="232987"/>
                </a:lnTo>
                <a:lnTo>
                  <a:pt x="1367213" y="309639"/>
                </a:lnTo>
                <a:lnTo>
                  <a:pt x="1428708" y="309639"/>
                </a:lnTo>
                <a:lnTo>
                  <a:pt x="1400530" y="232987"/>
                </a:lnTo>
                <a:close/>
              </a:path>
              <a:path w="4188459" h="314960">
                <a:moveTo>
                  <a:pt x="1338443" y="64093"/>
                </a:moveTo>
                <a:lnTo>
                  <a:pt x="1285364" y="64093"/>
                </a:lnTo>
                <a:lnTo>
                  <a:pt x="1327804" y="190980"/>
                </a:lnTo>
                <a:lnTo>
                  <a:pt x="1385088" y="190980"/>
                </a:lnTo>
                <a:lnTo>
                  <a:pt x="1338443" y="64093"/>
                </a:lnTo>
                <a:close/>
              </a:path>
              <a:path w="4188459" h="314960">
                <a:moveTo>
                  <a:pt x="1446842" y="246845"/>
                </a:moveTo>
                <a:lnTo>
                  <a:pt x="1433417" y="295348"/>
                </a:lnTo>
                <a:lnTo>
                  <a:pt x="1440509" y="299814"/>
                </a:lnTo>
                <a:lnTo>
                  <a:pt x="1447925" y="303685"/>
                </a:lnTo>
                <a:lnTo>
                  <a:pt x="1490852" y="314105"/>
                </a:lnTo>
                <a:lnTo>
                  <a:pt x="1500975" y="314403"/>
                </a:lnTo>
                <a:lnTo>
                  <a:pt x="1518866" y="313699"/>
                </a:lnTo>
                <a:lnTo>
                  <a:pt x="1561171" y="303144"/>
                </a:lnTo>
                <a:lnTo>
                  <a:pt x="1595383" y="271097"/>
                </a:lnTo>
                <a:lnTo>
                  <a:pt x="1599909" y="261569"/>
                </a:lnTo>
                <a:lnTo>
                  <a:pt x="1500542" y="261569"/>
                </a:lnTo>
                <a:lnTo>
                  <a:pt x="1491123" y="261245"/>
                </a:lnTo>
                <a:lnTo>
                  <a:pt x="1450595" y="249444"/>
                </a:lnTo>
                <a:lnTo>
                  <a:pt x="1446842" y="246845"/>
                </a:lnTo>
                <a:close/>
              </a:path>
              <a:path w="4188459" h="314960">
                <a:moveTo>
                  <a:pt x="1614438" y="2165"/>
                </a:moveTo>
                <a:lnTo>
                  <a:pt x="1554675" y="2165"/>
                </a:lnTo>
                <a:lnTo>
                  <a:pt x="1554675" y="163264"/>
                </a:lnTo>
                <a:lnTo>
                  <a:pt x="1554543" y="175444"/>
                </a:lnTo>
                <a:lnTo>
                  <a:pt x="1554134" y="187407"/>
                </a:lnTo>
                <a:lnTo>
                  <a:pt x="1553457" y="198099"/>
                </a:lnTo>
                <a:lnTo>
                  <a:pt x="1552588" y="207058"/>
                </a:lnTo>
                <a:lnTo>
                  <a:pt x="1552510" y="207870"/>
                </a:lnTo>
                <a:lnTo>
                  <a:pt x="1540961" y="245979"/>
                </a:lnTo>
                <a:lnTo>
                  <a:pt x="1515513" y="260270"/>
                </a:lnTo>
                <a:lnTo>
                  <a:pt x="1515166" y="260270"/>
                </a:lnTo>
                <a:lnTo>
                  <a:pt x="1508420" y="261245"/>
                </a:lnTo>
                <a:lnTo>
                  <a:pt x="1507987" y="261245"/>
                </a:lnTo>
                <a:lnTo>
                  <a:pt x="1500542" y="261569"/>
                </a:lnTo>
                <a:lnTo>
                  <a:pt x="1599909" y="261569"/>
                </a:lnTo>
                <a:lnTo>
                  <a:pt x="1610540" y="221728"/>
                </a:lnTo>
                <a:lnTo>
                  <a:pt x="1612151" y="207870"/>
                </a:lnTo>
                <a:lnTo>
                  <a:pt x="1612245" y="207058"/>
                </a:lnTo>
                <a:lnTo>
                  <a:pt x="1613463" y="191630"/>
                </a:lnTo>
                <a:lnTo>
                  <a:pt x="1614178" y="175796"/>
                </a:lnTo>
                <a:lnTo>
                  <a:pt x="1614369" y="163264"/>
                </a:lnTo>
                <a:lnTo>
                  <a:pt x="1614438" y="2165"/>
                </a:lnTo>
                <a:close/>
              </a:path>
              <a:path w="4188459" h="314960">
                <a:moveTo>
                  <a:pt x="1734920" y="2165"/>
                </a:moveTo>
                <a:lnTo>
                  <a:pt x="1675158" y="2165"/>
                </a:lnTo>
                <a:lnTo>
                  <a:pt x="1675158" y="309639"/>
                </a:lnTo>
                <a:lnTo>
                  <a:pt x="1734920" y="309639"/>
                </a:lnTo>
                <a:lnTo>
                  <a:pt x="1734920" y="2165"/>
                </a:lnTo>
                <a:close/>
              </a:path>
              <a:path w="4188459" h="314960">
                <a:moveTo>
                  <a:pt x="1963635" y="2165"/>
                </a:moveTo>
                <a:lnTo>
                  <a:pt x="1799071" y="2165"/>
                </a:lnTo>
                <a:lnTo>
                  <a:pt x="1799071" y="309639"/>
                </a:lnTo>
                <a:lnTo>
                  <a:pt x="1947612" y="309639"/>
                </a:lnTo>
                <a:lnTo>
                  <a:pt x="1960766" y="309071"/>
                </a:lnTo>
                <a:lnTo>
                  <a:pt x="2007862" y="295484"/>
                </a:lnTo>
                <a:lnTo>
                  <a:pt x="2039232" y="264736"/>
                </a:lnTo>
                <a:lnTo>
                  <a:pt x="2041553" y="258971"/>
                </a:lnTo>
                <a:lnTo>
                  <a:pt x="1858834" y="258971"/>
                </a:lnTo>
                <a:lnTo>
                  <a:pt x="1858834" y="177988"/>
                </a:lnTo>
                <a:lnTo>
                  <a:pt x="2029284" y="177988"/>
                </a:lnTo>
                <a:lnTo>
                  <a:pt x="2022911" y="170762"/>
                </a:lnTo>
                <a:lnTo>
                  <a:pt x="2013221" y="162939"/>
                </a:lnTo>
                <a:lnTo>
                  <a:pt x="2002124" y="156687"/>
                </a:lnTo>
                <a:lnTo>
                  <a:pt x="1989619" y="152005"/>
                </a:lnTo>
                <a:lnTo>
                  <a:pt x="1999796" y="146591"/>
                </a:lnTo>
                <a:lnTo>
                  <a:pt x="2008674" y="139879"/>
                </a:lnTo>
                <a:lnTo>
                  <a:pt x="2016252" y="131867"/>
                </a:lnTo>
                <a:lnTo>
                  <a:pt x="2016982" y="130784"/>
                </a:lnTo>
                <a:lnTo>
                  <a:pt x="1858834" y="130784"/>
                </a:lnTo>
                <a:lnTo>
                  <a:pt x="1858834" y="53266"/>
                </a:lnTo>
                <a:lnTo>
                  <a:pt x="2029206" y="53266"/>
                </a:lnTo>
                <a:lnTo>
                  <a:pt x="2028919" y="52292"/>
                </a:lnTo>
                <a:lnTo>
                  <a:pt x="2008403" y="19920"/>
                </a:lnTo>
                <a:lnTo>
                  <a:pt x="1974083" y="2896"/>
                </a:lnTo>
                <a:lnTo>
                  <a:pt x="1963635" y="2165"/>
                </a:lnTo>
                <a:close/>
              </a:path>
              <a:path w="4188459" h="314960">
                <a:moveTo>
                  <a:pt x="2029284" y="177988"/>
                </a:moveTo>
                <a:lnTo>
                  <a:pt x="1957572" y="177988"/>
                </a:lnTo>
                <a:lnTo>
                  <a:pt x="1963635" y="179865"/>
                </a:lnTo>
                <a:lnTo>
                  <a:pt x="1968832" y="183618"/>
                </a:lnTo>
                <a:lnTo>
                  <a:pt x="1974317" y="187083"/>
                </a:lnTo>
                <a:lnTo>
                  <a:pt x="1978648" y="191991"/>
                </a:lnTo>
                <a:lnTo>
                  <a:pt x="1981824" y="198342"/>
                </a:lnTo>
                <a:lnTo>
                  <a:pt x="1985000" y="204405"/>
                </a:lnTo>
                <a:lnTo>
                  <a:pt x="1986588" y="211334"/>
                </a:lnTo>
                <a:lnTo>
                  <a:pt x="1986588" y="226347"/>
                </a:lnTo>
                <a:lnTo>
                  <a:pt x="1961325" y="257239"/>
                </a:lnTo>
                <a:lnTo>
                  <a:pt x="1954829" y="258971"/>
                </a:lnTo>
                <a:lnTo>
                  <a:pt x="2041553" y="258971"/>
                </a:lnTo>
                <a:lnTo>
                  <a:pt x="2043427" y="254316"/>
                </a:lnTo>
                <a:lnTo>
                  <a:pt x="2045944" y="242867"/>
                </a:lnTo>
                <a:lnTo>
                  <a:pt x="2046783" y="230389"/>
                </a:lnTo>
                <a:lnTo>
                  <a:pt x="2045809" y="216044"/>
                </a:lnTo>
                <a:lnTo>
                  <a:pt x="2042886" y="202889"/>
                </a:lnTo>
                <a:lnTo>
                  <a:pt x="2038014" y="190926"/>
                </a:lnTo>
                <a:lnTo>
                  <a:pt x="2031193" y="180154"/>
                </a:lnTo>
                <a:lnTo>
                  <a:pt x="2029284" y="177988"/>
                </a:lnTo>
                <a:close/>
              </a:path>
              <a:path w="4188459" h="314960">
                <a:moveTo>
                  <a:pt x="2029206" y="53266"/>
                </a:moveTo>
                <a:lnTo>
                  <a:pt x="1947467" y="53266"/>
                </a:lnTo>
                <a:lnTo>
                  <a:pt x="1953097" y="54854"/>
                </a:lnTo>
                <a:lnTo>
                  <a:pt x="1958005" y="58030"/>
                </a:lnTo>
                <a:lnTo>
                  <a:pt x="1963202" y="61206"/>
                </a:lnTo>
                <a:lnTo>
                  <a:pt x="1967244" y="65681"/>
                </a:lnTo>
                <a:lnTo>
                  <a:pt x="1970131" y="71455"/>
                </a:lnTo>
                <a:lnTo>
                  <a:pt x="1973307" y="77229"/>
                </a:lnTo>
                <a:lnTo>
                  <a:pt x="1974895" y="84014"/>
                </a:lnTo>
                <a:lnTo>
                  <a:pt x="1974895" y="99893"/>
                </a:lnTo>
                <a:lnTo>
                  <a:pt x="1973163" y="106822"/>
                </a:lnTo>
                <a:lnTo>
                  <a:pt x="1969779" y="112461"/>
                </a:lnTo>
                <a:lnTo>
                  <a:pt x="1966522" y="118370"/>
                </a:lnTo>
                <a:lnTo>
                  <a:pt x="1962192" y="122845"/>
                </a:lnTo>
                <a:lnTo>
                  <a:pt x="1951221" y="129197"/>
                </a:lnTo>
                <a:lnTo>
                  <a:pt x="1945158" y="130784"/>
                </a:lnTo>
                <a:lnTo>
                  <a:pt x="2016982" y="130784"/>
                </a:lnTo>
                <a:lnTo>
                  <a:pt x="2033088" y="91457"/>
                </a:lnTo>
                <a:lnTo>
                  <a:pt x="2033791" y="80549"/>
                </a:lnTo>
                <a:lnTo>
                  <a:pt x="2033280" y="71455"/>
                </a:lnTo>
                <a:lnTo>
                  <a:pt x="2033250" y="70914"/>
                </a:lnTo>
                <a:lnTo>
                  <a:pt x="2031626" y="61494"/>
                </a:lnTo>
                <a:lnTo>
                  <a:pt x="2029206" y="53266"/>
                </a:lnTo>
                <a:close/>
              </a:path>
              <a:path w="4188459" h="314960">
                <a:moveTo>
                  <a:pt x="2148851" y="2165"/>
                </a:moveTo>
                <a:lnTo>
                  <a:pt x="2089088" y="2165"/>
                </a:lnTo>
                <a:lnTo>
                  <a:pt x="2089088" y="158934"/>
                </a:lnTo>
                <a:lnTo>
                  <a:pt x="2089548" y="173739"/>
                </a:lnTo>
                <a:lnTo>
                  <a:pt x="2090772" y="186623"/>
                </a:lnTo>
                <a:lnTo>
                  <a:pt x="2090810" y="187029"/>
                </a:lnTo>
                <a:lnTo>
                  <a:pt x="2090928" y="188274"/>
                </a:lnTo>
                <a:lnTo>
                  <a:pt x="2100645" y="229821"/>
                </a:lnTo>
                <a:lnTo>
                  <a:pt x="2119402" y="265467"/>
                </a:lnTo>
                <a:lnTo>
                  <a:pt x="2148797" y="292831"/>
                </a:lnTo>
                <a:lnTo>
                  <a:pt x="2190096" y="308882"/>
                </a:lnTo>
                <a:lnTo>
                  <a:pt x="2190447" y="308882"/>
                </a:lnTo>
                <a:lnTo>
                  <a:pt x="2206237" y="311074"/>
                </a:lnTo>
                <a:lnTo>
                  <a:pt x="2206675" y="311074"/>
                </a:lnTo>
                <a:lnTo>
                  <a:pt x="2223771" y="311805"/>
                </a:lnTo>
                <a:lnTo>
                  <a:pt x="2240904" y="311074"/>
                </a:lnTo>
                <a:lnTo>
                  <a:pt x="2284832" y="300112"/>
                </a:lnTo>
                <a:lnTo>
                  <a:pt x="2317799" y="277051"/>
                </a:lnTo>
                <a:lnTo>
                  <a:pt x="2332128" y="258971"/>
                </a:lnTo>
                <a:lnTo>
                  <a:pt x="2223337" y="258971"/>
                </a:lnTo>
                <a:lnTo>
                  <a:pt x="2213161" y="258457"/>
                </a:lnTo>
                <a:lnTo>
                  <a:pt x="2174943" y="240999"/>
                </a:lnTo>
                <a:lnTo>
                  <a:pt x="2154562" y="204838"/>
                </a:lnTo>
                <a:lnTo>
                  <a:pt x="2148851" y="158934"/>
                </a:lnTo>
                <a:lnTo>
                  <a:pt x="2148851" y="2165"/>
                </a:lnTo>
                <a:close/>
              </a:path>
              <a:path w="4188459" h="314960">
                <a:moveTo>
                  <a:pt x="2358020" y="2165"/>
                </a:moveTo>
                <a:lnTo>
                  <a:pt x="2298690" y="2165"/>
                </a:lnTo>
                <a:lnTo>
                  <a:pt x="2298690" y="158934"/>
                </a:lnTo>
                <a:lnTo>
                  <a:pt x="2298447" y="168217"/>
                </a:lnTo>
                <a:lnTo>
                  <a:pt x="2289704" y="212633"/>
                </a:lnTo>
                <a:lnTo>
                  <a:pt x="2266238" y="246060"/>
                </a:lnTo>
                <a:lnTo>
                  <a:pt x="2223337" y="258971"/>
                </a:lnTo>
                <a:lnTo>
                  <a:pt x="2332128" y="258971"/>
                </a:lnTo>
                <a:lnTo>
                  <a:pt x="2350225" y="218263"/>
                </a:lnTo>
                <a:lnTo>
                  <a:pt x="2353576" y="204405"/>
                </a:lnTo>
                <a:lnTo>
                  <a:pt x="2353635" y="204162"/>
                </a:lnTo>
                <a:lnTo>
                  <a:pt x="2356071" y="189573"/>
                </a:lnTo>
                <a:lnTo>
                  <a:pt x="2357533" y="174497"/>
                </a:lnTo>
                <a:lnTo>
                  <a:pt x="2358020" y="158934"/>
                </a:lnTo>
                <a:lnTo>
                  <a:pt x="2358020" y="2165"/>
                </a:lnTo>
                <a:close/>
              </a:path>
              <a:path w="4188459" h="314960">
                <a:moveTo>
                  <a:pt x="2477978" y="2165"/>
                </a:moveTo>
                <a:lnTo>
                  <a:pt x="2418216" y="2165"/>
                </a:lnTo>
                <a:lnTo>
                  <a:pt x="2418216" y="309639"/>
                </a:lnTo>
                <a:lnTo>
                  <a:pt x="2634747" y="309639"/>
                </a:lnTo>
                <a:lnTo>
                  <a:pt x="2634747" y="257239"/>
                </a:lnTo>
                <a:lnTo>
                  <a:pt x="2477978" y="257239"/>
                </a:lnTo>
                <a:lnTo>
                  <a:pt x="2477978" y="2165"/>
                </a:lnTo>
                <a:close/>
              </a:path>
              <a:path w="4188459" h="314960">
                <a:moveTo>
                  <a:pt x="2821807" y="2165"/>
                </a:moveTo>
                <a:lnTo>
                  <a:pt x="2762044" y="2165"/>
                </a:lnTo>
                <a:lnTo>
                  <a:pt x="2762044" y="309639"/>
                </a:lnTo>
                <a:lnTo>
                  <a:pt x="2821807" y="309639"/>
                </a:lnTo>
                <a:lnTo>
                  <a:pt x="2821807" y="178421"/>
                </a:lnTo>
                <a:lnTo>
                  <a:pt x="3020582" y="178421"/>
                </a:lnTo>
                <a:lnTo>
                  <a:pt x="3020582" y="126454"/>
                </a:lnTo>
                <a:lnTo>
                  <a:pt x="2821807" y="126454"/>
                </a:lnTo>
                <a:lnTo>
                  <a:pt x="2821807" y="2165"/>
                </a:lnTo>
                <a:close/>
              </a:path>
              <a:path w="4188459" h="314960">
                <a:moveTo>
                  <a:pt x="3020582" y="178421"/>
                </a:moveTo>
                <a:lnTo>
                  <a:pt x="2961253" y="178421"/>
                </a:lnTo>
                <a:lnTo>
                  <a:pt x="2961253" y="309639"/>
                </a:lnTo>
                <a:lnTo>
                  <a:pt x="3020582" y="309639"/>
                </a:lnTo>
                <a:lnTo>
                  <a:pt x="3020582" y="178421"/>
                </a:lnTo>
                <a:close/>
              </a:path>
              <a:path w="4188459" h="314960">
                <a:moveTo>
                  <a:pt x="3020582" y="2165"/>
                </a:moveTo>
                <a:lnTo>
                  <a:pt x="2961253" y="2165"/>
                </a:lnTo>
                <a:lnTo>
                  <a:pt x="2961253" y="126454"/>
                </a:lnTo>
                <a:lnTo>
                  <a:pt x="3020582" y="126454"/>
                </a:lnTo>
                <a:lnTo>
                  <a:pt x="3020582" y="2165"/>
                </a:lnTo>
                <a:close/>
              </a:path>
              <a:path w="4188459" h="314960">
                <a:moveTo>
                  <a:pt x="3228936" y="2165"/>
                </a:moveTo>
                <a:lnTo>
                  <a:pt x="3168308" y="2165"/>
                </a:lnTo>
                <a:lnTo>
                  <a:pt x="3054845" y="309639"/>
                </a:lnTo>
                <a:lnTo>
                  <a:pt x="3116340" y="309639"/>
                </a:lnTo>
                <a:lnTo>
                  <a:pt x="3144489" y="232987"/>
                </a:lnTo>
                <a:lnTo>
                  <a:pt x="3313788" y="232987"/>
                </a:lnTo>
                <a:lnTo>
                  <a:pt x="3298346" y="190980"/>
                </a:lnTo>
                <a:lnTo>
                  <a:pt x="3154450" y="190980"/>
                </a:lnTo>
                <a:lnTo>
                  <a:pt x="3198622" y="64093"/>
                </a:lnTo>
                <a:lnTo>
                  <a:pt x="3251701" y="64093"/>
                </a:lnTo>
                <a:lnTo>
                  <a:pt x="3228936" y="2165"/>
                </a:lnTo>
                <a:close/>
              </a:path>
              <a:path w="4188459" h="314960">
                <a:moveTo>
                  <a:pt x="3313788" y="232987"/>
                </a:moveTo>
                <a:lnTo>
                  <a:pt x="3251889" y="232987"/>
                </a:lnTo>
                <a:lnTo>
                  <a:pt x="3280471" y="309639"/>
                </a:lnTo>
                <a:lnTo>
                  <a:pt x="3341966" y="309639"/>
                </a:lnTo>
                <a:lnTo>
                  <a:pt x="3313788" y="232987"/>
                </a:lnTo>
                <a:close/>
              </a:path>
              <a:path w="4188459" h="314960">
                <a:moveTo>
                  <a:pt x="3251701" y="64093"/>
                </a:moveTo>
                <a:lnTo>
                  <a:pt x="3198622" y="64093"/>
                </a:lnTo>
                <a:lnTo>
                  <a:pt x="3241062" y="190980"/>
                </a:lnTo>
                <a:lnTo>
                  <a:pt x="3298346" y="190980"/>
                </a:lnTo>
                <a:lnTo>
                  <a:pt x="3251701" y="64093"/>
                </a:lnTo>
                <a:close/>
              </a:path>
              <a:path w="4188459" h="314960">
                <a:moveTo>
                  <a:pt x="3375782" y="221728"/>
                </a:moveTo>
                <a:lnTo>
                  <a:pt x="3349365" y="273262"/>
                </a:lnTo>
                <a:lnTo>
                  <a:pt x="3358459" y="279325"/>
                </a:lnTo>
                <a:lnTo>
                  <a:pt x="3367987" y="284955"/>
                </a:lnTo>
                <a:lnTo>
                  <a:pt x="3409994" y="302602"/>
                </a:lnTo>
                <a:lnTo>
                  <a:pt x="3455466" y="311913"/>
                </a:lnTo>
                <a:lnTo>
                  <a:pt x="3478418" y="313104"/>
                </a:lnTo>
                <a:lnTo>
                  <a:pt x="3489732" y="312806"/>
                </a:lnTo>
                <a:lnTo>
                  <a:pt x="3531631" y="305390"/>
                </a:lnTo>
                <a:lnTo>
                  <a:pt x="3565680" y="286498"/>
                </a:lnTo>
                <a:lnTo>
                  <a:pt x="3585255" y="259404"/>
                </a:lnTo>
                <a:lnTo>
                  <a:pt x="3479284" y="259404"/>
                </a:lnTo>
                <a:lnTo>
                  <a:pt x="3470650" y="259134"/>
                </a:lnTo>
                <a:lnTo>
                  <a:pt x="3428832" y="250310"/>
                </a:lnTo>
                <a:lnTo>
                  <a:pt x="3389640" y="232121"/>
                </a:lnTo>
                <a:lnTo>
                  <a:pt x="3378380" y="224326"/>
                </a:lnTo>
                <a:lnTo>
                  <a:pt x="3375782" y="221728"/>
                </a:lnTo>
                <a:close/>
              </a:path>
              <a:path w="4188459" h="314960">
                <a:moveTo>
                  <a:pt x="3474087" y="0"/>
                </a:moveTo>
                <a:lnTo>
                  <a:pt x="3430483" y="6333"/>
                </a:lnTo>
                <a:lnTo>
                  <a:pt x="3394403" y="24792"/>
                </a:lnTo>
                <a:lnTo>
                  <a:pt x="3370206" y="54998"/>
                </a:lnTo>
                <a:lnTo>
                  <a:pt x="3361994" y="95418"/>
                </a:lnTo>
                <a:lnTo>
                  <a:pt x="3361924" y="96573"/>
                </a:lnTo>
                <a:lnTo>
                  <a:pt x="3362476" y="106966"/>
                </a:lnTo>
                <a:lnTo>
                  <a:pt x="3362519" y="107778"/>
                </a:lnTo>
                <a:lnTo>
                  <a:pt x="3383469" y="149839"/>
                </a:lnTo>
                <a:lnTo>
                  <a:pt x="3422336" y="171059"/>
                </a:lnTo>
                <a:lnTo>
                  <a:pt x="3460689" y="183131"/>
                </a:lnTo>
                <a:lnTo>
                  <a:pt x="3471597" y="186433"/>
                </a:lnTo>
                <a:lnTo>
                  <a:pt x="3513225" y="202375"/>
                </a:lnTo>
                <a:lnTo>
                  <a:pt x="3528653" y="218552"/>
                </a:lnTo>
                <a:lnTo>
                  <a:pt x="3528653" y="227791"/>
                </a:lnTo>
                <a:lnTo>
                  <a:pt x="3500612" y="257347"/>
                </a:lnTo>
                <a:lnTo>
                  <a:pt x="3479284" y="259404"/>
                </a:lnTo>
                <a:lnTo>
                  <a:pt x="3585255" y="259404"/>
                </a:lnTo>
                <a:lnTo>
                  <a:pt x="3587105" y="255074"/>
                </a:lnTo>
                <a:lnTo>
                  <a:pt x="3587198" y="254857"/>
                </a:lnTo>
                <a:lnTo>
                  <a:pt x="3590040" y="244680"/>
                </a:lnTo>
                <a:lnTo>
                  <a:pt x="3591745" y="233637"/>
                </a:lnTo>
                <a:lnTo>
                  <a:pt x="3592189" y="224326"/>
                </a:lnTo>
                <a:lnTo>
                  <a:pt x="3592313" y="221728"/>
                </a:lnTo>
                <a:lnTo>
                  <a:pt x="3580188" y="176689"/>
                </a:lnTo>
                <a:lnTo>
                  <a:pt x="3545976" y="148973"/>
                </a:lnTo>
                <a:lnTo>
                  <a:pt x="3508218" y="134682"/>
                </a:lnTo>
                <a:lnTo>
                  <a:pt x="3482370" y="127807"/>
                </a:lnTo>
                <a:lnTo>
                  <a:pt x="3472139" y="124938"/>
                </a:lnTo>
                <a:lnTo>
                  <a:pt x="3435599" y="110512"/>
                </a:lnTo>
                <a:lnTo>
                  <a:pt x="3423419" y="95418"/>
                </a:lnTo>
                <a:lnTo>
                  <a:pt x="3423419" y="87045"/>
                </a:lnTo>
                <a:lnTo>
                  <a:pt x="3451027" y="54674"/>
                </a:lnTo>
                <a:lnTo>
                  <a:pt x="3472355" y="52400"/>
                </a:lnTo>
                <a:lnTo>
                  <a:pt x="3571581" y="52400"/>
                </a:lnTo>
                <a:lnTo>
                  <a:pt x="3581487" y="34211"/>
                </a:lnTo>
                <a:lnTo>
                  <a:pt x="3542565" y="13614"/>
                </a:lnTo>
                <a:lnTo>
                  <a:pt x="3505105" y="2679"/>
                </a:lnTo>
                <a:lnTo>
                  <a:pt x="3484751" y="297"/>
                </a:lnTo>
                <a:lnTo>
                  <a:pt x="3474087" y="0"/>
                </a:lnTo>
                <a:close/>
              </a:path>
              <a:path w="4188459" h="314960">
                <a:moveTo>
                  <a:pt x="3571581" y="52400"/>
                </a:moveTo>
                <a:lnTo>
                  <a:pt x="3472355" y="52400"/>
                </a:lnTo>
                <a:lnTo>
                  <a:pt x="3479257" y="52644"/>
                </a:lnTo>
                <a:lnTo>
                  <a:pt x="3486105" y="53374"/>
                </a:lnTo>
                <a:lnTo>
                  <a:pt x="3493351" y="54674"/>
                </a:lnTo>
                <a:lnTo>
                  <a:pt x="3493219" y="54674"/>
                </a:lnTo>
                <a:lnTo>
                  <a:pt x="3499638" y="56298"/>
                </a:lnTo>
                <a:lnTo>
                  <a:pt x="3538614" y="71022"/>
                </a:lnTo>
                <a:lnTo>
                  <a:pt x="3543810" y="74486"/>
                </a:lnTo>
                <a:lnTo>
                  <a:pt x="3549295" y="77951"/>
                </a:lnTo>
                <a:lnTo>
                  <a:pt x="3553049" y="80694"/>
                </a:lnTo>
                <a:lnTo>
                  <a:pt x="3555070" y="82715"/>
                </a:lnTo>
                <a:lnTo>
                  <a:pt x="3571581" y="52400"/>
                </a:lnTo>
                <a:close/>
              </a:path>
              <a:path w="4188459" h="314960">
                <a:moveTo>
                  <a:pt x="3774917" y="2165"/>
                </a:moveTo>
                <a:lnTo>
                  <a:pt x="3714288" y="2165"/>
                </a:lnTo>
                <a:lnTo>
                  <a:pt x="3600826" y="309639"/>
                </a:lnTo>
                <a:lnTo>
                  <a:pt x="3662320" y="309639"/>
                </a:lnTo>
                <a:lnTo>
                  <a:pt x="3690470" y="232987"/>
                </a:lnTo>
                <a:lnTo>
                  <a:pt x="3859768" y="232987"/>
                </a:lnTo>
                <a:lnTo>
                  <a:pt x="3844326" y="190980"/>
                </a:lnTo>
                <a:lnTo>
                  <a:pt x="3700430" y="190980"/>
                </a:lnTo>
                <a:lnTo>
                  <a:pt x="3744603" y="64093"/>
                </a:lnTo>
                <a:lnTo>
                  <a:pt x="3797682" y="64093"/>
                </a:lnTo>
                <a:lnTo>
                  <a:pt x="3774917" y="2165"/>
                </a:lnTo>
                <a:close/>
              </a:path>
              <a:path w="4188459" h="314960">
                <a:moveTo>
                  <a:pt x="3859768" y="232987"/>
                </a:moveTo>
                <a:lnTo>
                  <a:pt x="3797869" y="232987"/>
                </a:lnTo>
                <a:lnTo>
                  <a:pt x="3826451" y="309639"/>
                </a:lnTo>
                <a:lnTo>
                  <a:pt x="3887946" y="309639"/>
                </a:lnTo>
                <a:lnTo>
                  <a:pt x="3859768" y="232987"/>
                </a:lnTo>
                <a:close/>
              </a:path>
              <a:path w="4188459" h="314960">
                <a:moveTo>
                  <a:pt x="3797682" y="64093"/>
                </a:moveTo>
                <a:lnTo>
                  <a:pt x="3744603" y="64093"/>
                </a:lnTo>
                <a:lnTo>
                  <a:pt x="3787043" y="190980"/>
                </a:lnTo>
                <a:lnTo>
                  <a:pt x="3844326" y="190980"/>
                </a:lnTo>
                <a:lnTo>
                  <a:pt x="3797682" y="64093"/>
                </a:lnTo>
                <a:close/>
              </a:path>
              <a:path w="4188459" h="314960">
                <a:moveTo>
                  <a:pt x="3969308" y="2165"/>
                </a:moveTo>
                <a:lnTo>
                  <a:pt x="3921671" y="2165"/>
                </a:lnTo>
                <a:lnTo>
                  <a:pt x="3921671" y="309639"/>
                </a:lnTo>
                <a:lnTo>
                  <a:pt x="3981434" y="309639"/>
                </a:lnTo>
                <a:lnTo>
                  <a:pt x="3981434" y="112163"/>
                </a:lnTo>
                <a:lnTo>
                  <a:pt x="4055567" y="112163"/>
                </a:lnTo>
                <a:lnTo>
                  <a:pt x="3969308" y="2165"/>
                </a:lnTo>
                <a:close/>
              </a:path>
              <a:path w="4188459" h="314960">
                <a:moveTo>
                  <a:pt x="4055567" y="112163"/>
                </a:moveTo>
                <a:lnTo>
                  <a:pt x="3981434" y="112163"/>
                </a:lnTo>
                <a:lnTo>
                  <a:pt x="4138203" y="309639"/>
                </a:lnTo>
                <a:lnTo>
                  <a:pt x="4188005" y="309639"/>
                </a:lnTo>
                <a:lnTo>
                  <a:pt x="4188005" y="204838"/>
                </a:lnTo>
                <a:lnTo>
                  <a:pt x="4128242" y="204838"/>
                </a:lnTo>
                <a:lnTo>
                  <a:pt x="4055567" y="112163"/>
                </a:lnTo>
                <a:close/>
              </a:path>
              <a:path w="4188459" h="314960">
                <a:moveTo>
                  <a:pt x="4188005" y="2598"/>
                </a:moveTo>
                <a:lnTo>
                  <a:pt x="4128242" y="2598"/>
                </a:lnTo>
                <a:lnTo>
                  <a:pt x="4128242" y="204838"/>
                </a:lnTo>
                <a:lnTo>
                  <a:pt x="4188005" y="204838"/>
                </a:lnTo>
                <a:lnTo>
                  <a:pt x="4188005" y="25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8906" y="1114537"/>
            <a:ext cx="4569460" cy="438784"/>
          </a:xfrm>
          <a:custGeom>
            <a:avLst/>
            <a:gdLst/>
            <a:ahLst/>
            <a:cxnLst/>
            <a:rect l="l" t="t" r="r" b="b"/>
            <a:pathLst>
              <a:path w="4569460" h="438784">
                <a:moveTo>
                  <a:pt x="83931" y="3041"/>
                </a:moveTo>
                <a:lnTo>
                  <a:pt x="0" y="3041"/>
                </a:lnTo>
                <a:lnTo>
                  <a:pt x="0" y="434862"/>
                </a:lnTo>
                <a:lnTo>
                  <a:pt x="83931" y="434862"/>
                </a:lnTo>
                <a:lnTo>
                  <a:pt x="83931" y="3041"/>
                </a:lnTo>
                <a:close/>
              </a:path>
              <a:path w="4569460" h="438784">
                <a:moveTo>
                  <a:pt x="240927" y="3041"/>
                </a:moveTo>
                <a:lnTo>
                  <a:pt x="174025" y="3041"/>
                </a:lnTo>
                <a:lnTo>
                  <a:pt x="174025" y="434862"/>
                </a:lnTo>
                <a:lnTo>
                  <a:pt x="257956" y="434862"/>
                </a:lnTo>
                <a:lnTo>
                  <a:pt x="257956" y="157523"/>
                </a:lnTo>
                <a:lnTo>
                  <a:pt x="362070" y="157523"/>
                </a:lnTo>
                <a:lnTo>
                  <a:pt x="240927" y="3041"/>
                </a:lnTo>
                <a:close/>
              </a:path>
              <a:path w="4569460" h="438784">
                <a:moveTo>
                  <a:pt x="362070" y="157523"/>
                </a:moveTo>
                <a:lnTo>
                  <a:pt x="257956" y="157523"/>
                </a:lnTo>
                <a:lnTo>
                  <a:pt x="478124" y="434862"/>
                </a:lnTo>
                <a:lnTo>
                  <a:pt x="548067" y="434862"/>
                </a:lnTo>
                <a:lnTo>
                  <a:pt x="548067" y="287677"/>
                </a:lnTo>
                <a:lnTo>
                  <a:pt x="464136" y="287677"/>
                </a:lnTo>
                <a:lnTo>
                  <a:pt x="362070" y="157523"/>
                </a:lnTo>
                <a:close/>
              </a:path>
              <a:path w="4569460" h="438784">
                <a:moveTo>
                  <a:pt x="548067" y="3649"/>
                </a:moveTo>
                <a:lnTo>
                  <a:pt x="464136" y="3649"/>
                </a:lnTo>
                <a:lnTo>
                  <a:pt x="464136" y="287677"/>
                </a:lnTo>
                <a:lnTo>
                  <a:pt x="548067" y="287677"/>
                </a:lnTo>
                <a:lnTo>
                  <a:pt x="548067" y="3649"/>
                </a:lnTo>
                <a:close/>
              </a:path>
              <a:path w="4569460" h="438784">
                <a:moveTo>
                  <a:pt x="822788" y="76633"/>
                </a:moveTo>
                <a:lnTo>
                  <a:pt x="739464" y="76633"/>
                </a:lnTo>
                <a:lnTo>
                  <a:pt x="739464" y="434862"/>
                </a:lnTo>
                <a:lnTo>
                  <a:pt x="822788" y="434862"/>
                </a:lnTo>
                <a:lnTo>
                  <a:pt x="822788" y="76633"/>
                </a:lnTo>
                <a:close/>
              </a:path>
              <a:path w="4569460" h="438784">
                <a:moveTo>
                  <a:pt x="960849" y="3041"/>
                </a:moveTo>
                <a:lnTo>
                  <a:pt x="601403" y="3041"/>
                </a:lnTo>
                <a:lnTo>
                  <a:pt x="601403" y="76633"/>
                </a:lnTo>
                <a:lnTo>
                  <a:pt x="960849" y="76633"/>
                </a:lnTo>
                <a:lnTo>
                  <a:pt x="960849" y="3041"/>
                </a:lnTo>
                <a:close/>
              </a:path>
              <a:path w="4569460" h="438784">
                <a:moveTo>
                  <a:pt x="1205430" y="3041"/>
                </a:moveTo>
                <a:lnTo>
                  <a:pt x="1014456" y="3041"/>
                </a:lnTo>
                <a:lnTo>
                  <a:pt x="1014456" y="434862"/>
                </a:lnTo>
                <a:lnTo>
                  <a:pt x="1098387" y="434862"/>
                </a:lnTo>
                <a:lnTo>
                  <a:pt x="1098387" y="290110"/>
                </a:lnTo>
                <a:lnTo>
                  <a:pt x="1275735" y="290110"/>
                </a:lnTo>
                <a:lnTo>
                  <a:pt x="1265034" y="272473"/>
                </a:lnTo>
                <a:lnTo>
                  <a:pt x="1276513" y="266771"/>
                </a:lnTo>
                <a:lnTo>
                  <a:pt x="1287233" y="260004"/>
                </a:lnTo>
                <a:lnTo>
                  <a:pt x="1314678" y="233472"/>
                </a:lnTo>
                <a:lnTo>
                  <a:pt x="1325372" y="216518"/>
                </a:lnTo>
                <a:lnTo>
                  <a:pt x="1098387" y="216518"/>
                </a:lnTo>
                <a:lnTo>
                  <a:pt x="1098387" y="76633"/>
                </a:lnTo>
                <a:lnTo>
                  <a:pt x="1324241" y="76633"/>
                </a:lnTo>
                <a:lnTo>
                  <a:pt x="1320532" y="69942"/>
                </a:lnTo>
                <a:lnTo>
                  <a:pt x="1294379" y="38240"/>
                </a:lnTo>
                <a:lnTo>
                  <a:pt x="1260168" y="15204"/>
                </a:lnTo>
                <a:lnTo>
                  <a:pt x="1220027" y="3801"/>
                </a:lnTo>
                <a:lnTo>
                  <a:pt x="1205430" y="3041"/>
                </a:lnTo>
                <a:close/>
              </a:path>
              <a:path w="4569460" h="438784">
                <a:moveTo>
                  <a:pt x="1275735" y="290110"/>
                </a:moveTo>
                <a:lnTo>
                  <a:pt x="1182319" y="290110"/>
                </a:lnTo>
                <a:lnTo>
                  <a:pt x="1271116" y="434862"/>
                </a:lnTo>
                <a:lnTo>
                  <a:pt x="1363562" y="434862"/>
                </a:lnTo>
                <a:lnTo>
                  <a:pt x="1275735" y="290110"/>
                </a:lnTo>
                <a:close/>
              </a:path>
              <a:path w="4569460" h="438784">
                <a:moveTo>
                  <a:pt x="1324241" y="76633"/>
                </a:moveTo>
                <a:lnTo>
                  <a:pt x="1199956" y="76633"/>
                </a:lnTo>
                <a:lnTo>
                  <a:pt x="1207407" y="77203"/>
                </a:lnTo>
                <a:lnTo>
                  <a:pt x="1214553" y="78913"/>
                </a:lnTo>
                <a:lnTo>
                  <a:pt x="1245267" y="103203"/>
                </a:lnTo>
                <a:lnTo>
                  <a:pt x="1258343" y="146575"/>
                </a:lnTo>
                <a:lnTo>
                  <a:pt x="1257887" y="156078"/>
                </a:lnTo>
                <a:lnTo>
                  <a:pt x="1256519" y="165125"/>
                </a:lnTo>
                <a:lnTo>
                  <a:pt x="1254299" y="173488"/>
                </a:lnTo>
                <a:lnTo>
                  <a:pt x="1254238" y="173716"/>
                </a:lnTo>
                <a:lnTo>
                  <a:pt x="1231583" y="207395"/>
                </a:lnTo>
                <a:lnTo>
                  <a:pt x="1203606" y="216518"/>
                </a:lnTo>
                <a:lnTo>
                  <a:pt x="1325372" y="216518"/>
                </a:lnTo>
                <a:lnTo>
                  <a:pt x="1340397" y="173716"/>
                </a:lnTo>
                <a:lnTo>
                  <a:pt x="1342883" y="146575"/>
                </a:lnTo>
                <a:lnTo>
                  <a:pt x="1342237" y="133271"/>
                </a:lnTo>
                <a:lnTo>
                  <a:pt x="1340298" y="120119"/>
                </a:lnTo>
                <a:lnTo>
                  <a:pt x="1337067" y="107119"/>
                </a:lnTo>
                <a:lnTo>
                  <a:pt x="1332544" y="94270"/>
                </a:lnTo>
                <a:lnTo>
                  <a:pt x="1327108" y="81802"/>
                </a:lnTo>
                <a:lnTo>
                  <a:pt x="1324241" y="76633"/>
                </a:lnTo>
                <a:close/>
              </a:path>
              <a:path w="4569460" h="438784">
                <a:moveTo>
                  <a:pt x="1602665" y="0"/>
                </a:moveTo>
                <a:lnTo>
                  <a:pt x="1579254" y="1178"/>
                </a:lnTo>
                <a:lnTo>
                  <a:pt x="1579768" y="1178"/>
                </a:lnTo>
                <a:lnTo>
                  <a:pt x="1558266" y="4561"/>
                </a:lnTo>
                <a:lnTo>
                  <a:pt x="1517517" y="18245"/>
                </a:lnTo>
                <a:lnTo>
                  <a:pt x="1481633" y="39228"/>
                </a:lnTo>
                <a:lnTo>
                  <a:pt x="1450615" y="66901"/>
                </a:lnTo>
                <a:lnTo>
                  <a:pt x="1425527" y="99592"/>
                </a:lnTo>
                <a:lnTo>
                  <a:pt x="1406216" y="136844"/>
                </a:lnTo>
                <a:lnTo>
                  <a:pt x="1394357" y="176833"/>
                </a:lnTo>
                <a:lnTo>
                  <a:pt x="1390403" y="218951"/>
                </a:lnTo>
                <a:lnTo>
                  <a:pt x="1391354" y="239516"/>
                </a:lnTo>
                <a:lnTo>
                  <a:pt x="1398956" y="279961"/>
                </a:lnTo>
                <a:lnTo>
                  <a:pt x="1413971" y="318848"/>
                </a:lnTo>
                <a:lnTo>
                  <a:pt x="1423771" y="336790"/>
                </a:lnTo>
                <a:lnTo>
                  <a:pt x="1423854" y="336942"/>
                </a:lnTo>
                <a:lnTo>
                  <a:pt x="1448182" y="370392"/>
                </a:lnTo>
                <a:lnTo>
                  <a:pt x="1478744" y="398218"/>
                </a:lnTo>
                <a:lnTo>
                  <a:pt x="1514476" y="419657"/>
                </a:lnTo>
                <a:lnTo>
                  <a:pt x="1555529" y="433341"/>
                </a:lnTo>
                <a:lnTo>
                  <a:pt x="1577898" y="436800"/>
                </a:lnTo>
                <a:lnTo>
                  <a:pt x="1578425" y="436800"/>
                </a:lnTo>
                <a:lnTo>
                  <a:pt x="1600840" y="437903"/>
                </a:lnTo>
                <a:lnTo>
                  <a:pt x="1644630" y="433493"/>
                </a:lnTo>
                <a:lnTo>
                  <a:pt x="1684771" y="420265"/>
                </a:lnTo>
                <a:lnTo>
                  <a:pt x="1720959" y="399434"/>
                </a:lnTo>
                <a:lnTo>
                  <a:pt x="1751673" y="372217"/>
                </a:lnTo>
                <a:lnTo>
                  <a:pt x="1758853" y="363702"/>
                </a:lnTo>
                <a:lnTo>
                  <a:pt x="1601448" y="363702"/>
                </a:lnTo>
                <a:lnTo>
                  <a:pt x="1586927" y="362980"/>
                </a:lnTo>
                <a:lnTo>
                  <a:pt x="1547927" y="352147"/>
                </a:lnTo>
                <a:lnTo>
                  <a:pt x="1517023" y="329453"/>
                </a:lnTo>
                <a:lnTo>
                  <a:pt x="1494405" y="297865"/>
                </a:lnTo>
                <a:lnTo>
                  <a:pt x="1480341" y="259890"/>
                </a:lnTo>
                <a:lnTo>
                  <a:pt x="1475598" y="220167"/>
                </a:lnTo>
                <a:lnTo>
                  <a:pt x="1475551" y="218951"/>
                </a:lnTo>
                <a:lnTo>
                  <a:pt x="1479999" y="179494"/>
                </a:lnTo>
                <a:lnTo>
                  <a:pt x="1493797" y="142318"/>
                </a:lnTo>
                <a:lnTo>
                  <a:pt x="1516148" y="110616"/>
                </a:lnTo>
                <a:lnTo>
                  <a:pt x="1546710" y="87580"/>
                </a:lnTo>
                <a:lnTo>
                  <a:pt x="1586395" y="75606"/>
                </a:lnTo>
                <a:lnTo>
                  <a:pt x="1601448" y="74808"/>
                </a:lnTo>
                <a:lnTo>
                  <a:pt x="1758454" y="74808"/>
                </a:lnTo>
                <a:lnTo>
                  <a:pt x="1754106" y="69334"/>
                </a:lnTo>
                <a:lnTo>
                  <a:pt x="1723848" y="40901"/>
                </a:lnTo>
                <a:lnTo>
                  <a:pt x="1687812" y="18854"/>
                </a:lnTo>
                <a:lnTo>
                  <a:pt x="1647367" y="4713"/>
                </a:lnTo>
                <a:lnTo>
                  <a:pt x="1625548" y="1178"/>
                </a:lnTo>
                <a:lnTo>
                  <a:pt x="1602665" y="0"/>
                </a:lnTo>
                <a:close/>
              </a:path>
              <a:path w="4569460" h="438784">
                <a:moveTo>
                  <a:pt x="1758454" y="74808"/>
                </a:moveTo>
                <a:lnTo>
                  <a:pt x="1601448" y="74808"/>
                </a:lnTo>
                <a:lnTo>
                  <a:pt x="1616376" y="75606"/>
                </a:lnTo>
                <a:lnTo>
                  <a:pt x="1615889" y="75606"/>
                </a:lnTo>
                <a:lnTo>
                  <a:pt x="1653753" y="86972"/>
                </a:lnTo>
                <a:lnTo>
                  <a:pt x="1684885" y="109437"/>
                </a:lnTo>
                <a:lnTo>
                  <a:pt x="1707731" y="140797"/>
                </a:lnTo>
                <a:lnTo>
                  <a:pt x="1722214" y="178354"/>
                </a:lnTo>
                <a:lnTo>
                  <a:pt x="1727345" y="218951"/>
                </a:lnTo>
                <a:lnTo>
                  <a:pt x="1726813" y="232027"/>
                </a:lnTo>
                <a:lnTo>
                  <a:pt x="1718830" y="271256"/>
                </a:lnTo>
                <a:lnTo>
                  <a:pt x="1702523" y="307178"/>
                </a:lnTo>
                <a:lnTo>
                  <a:pt x="1677321" y="336790"/>
                </a:lnTo>
                <a:lnTo>
                  <a:pt x="1643300" y="356860"/>
                </a:lnTo>
                <a:lnTo>
                  <a:pt x="1616003" y="362980"/>
                </a:lnTo>
                <a:lnTo>
                  <a:pt x="1615496" y="362980"/>
                </a:lnTo>
                <a:lnTo>
                  <a:pt x="1601448" y="363702"/>
                </a:lnTo>
                <a:lnTo>
                  <a:pt x="1758853" y="363702"/>
                </a:lnTo>
                <a:lnTo>
                  <a:pt x="1765168" y="356214"/>
                </a:lnTo>
                <a:lnTo>
                  <a:pt x="1787367" y="321242"/>
                </a:lnTo>
                <a:lnTo>
                  <a:pt x="1802990" y="282318"/>
                </a:lnTo>
                <a:lnTo>
                  <a:pt x="1810897" y="241264"/>
                </a:lnTo>
                <a:lnTo>
                  <a:pt x="1811885" y="220167"/>
                </a:lnTo>
                <a:lnTo>
                  <a:pt x="1810935" y="199641"/>
                </a:lnTo>
                <a:lnTo>
                  <a:pt x="1803332" y="159500"/>
                </a:lnTo>
                <a:lnTo>
                  <a:pt x="1788317" y="120879"/>
                </a:lnTo>
                <a:lnTo>
                  <a:pt x="1767030" y="85603"/>
                </a:lnTo>
                <a:lnTo>
                  <a:pt x="1758454" y="74808"/>
                </a:lnTo>
                <a:close/>
              </a:path>
              <a:path w="4569460" h="438784">
                <a:moveTo>
                  <a:pt x="2033184" y="3041"/>
                </a:moveTo>
                <a:lnTo>
                  <a:pt x="1876268" y="3041"/>
                </a:lnTo>
                <a:lnTo>
                  <a:pt x="1876268" y="434862"/>
                </a:lnTo>
                <a:lnTo>
                  <a:pt x="2033184" y="434862"/>
                </a:lnTo>
                <a:lnTo>
                  <a:pt x="2064620" y="433189"/>
                </a:lnTo>
                <a:lnTo>
                  <a:pt x="2120878" y="419809"/>
                </a:lnTo>
                <a:lnTo>
                  <a:pt x="2168356" y="393352"/>
                </a:lnTo>
                <a:lnTo>
                  <a:pt x="2200676" y="361270"/>
                </a:lnTo>
                <a:lnTo>
                  <a:pt x="1960200" y="361270"/>
                </a:lnTo>
                <a:lnTo>
                  <a:pt x="1960200" y="76633"/>
                </a:lnTo>
                <a:lnTo>
                  <a:pt x="2201046" y="76633"/>
                </a:lnTo>
                <a:lnTo>
                  <a:pt x="2192684" y="65989"/>
                </a:lnTo>
                <a:lnTo>
                  <a:pt x="2151174" y="32234"/>
                </a:lnTo>
                <a:lnTo>
                  <a:pt x="2097957" y="10339"/>
                </a:lnTo>
                <a:lnTo>
                  <a:pt x="2067015" y="4865"/>
                </a:lnTo>
                <a:lnTo>
                  <a:pt x="2033184" y="3041"/>
                </a:lnTo>
                <a:close/>
              </a:path>
              <a:path w="4569460" h="438784">
                <a:moveTo>
                  <a:pt x="2201046" y="76633"/>
                </a:moveTo>
                <a:lnTo>
                  <a:pt x="2033184" y="76633"/>
                </a:lnTo>
                <a:lnTo>
                  <a:pt x="2052798" y="77773"/>
                </a:lnTo>
                <a:lnTo>
                  <a:pt x="2070892" y="81194"/>
                </a:lnTo>
                <a:lnTo>
                  <a:pt x="2115975" y="104610"/>
                </a:lnTo>
                <a:lnTo>
                  <a:pt x="2146308" y="144751"/>
                </a:lnTo>
                <a:lnTo>
                  <a:pt x="2160563" y="198006"/>
                </a:lnTo>
                <a:lnTo>
                  <a:pt x="2161514" y="218343"/>
                </a:lnTo>
                <a:lnTo>
                  <a:pt x="2160563" y="238223"/>
                </a:lnTo>
                <a:lnTo>
                  <a:pt x="2146308" y="291935"/>
                </a:lnTo>
                <a:lnTo>
                  <a:pt x="2116545" y="332760"/>
                </a:lnTo>
                <a:lnTo>
                  <a:pt x="2071348" y="356708"/>
                </a:lnTo>
                <a:lnTo>
                  <a:pt x="2033184" y="361270"/>
                </a:lnTo>
                <a:lnTo>
                  <a:pt x="2200676" y="361270"/>
                </a:lnTo>
                <a:lnTo>
                  <a:pt x="2231342" y="307292"/>
                </a:lnTo>
                <a:lnTo>
                  <a:pt x="2244419" y="250121"/>
                </a:lnTo>
                <a:lnTo>
                  <a:pt x="2246053" y="218343"/>
                </a:lnTo>
                <a:lnTo>
                  <a:pt x="2244571" y="189225"/>
                </a:lnTo>
                <a:lnTo>
                  <a:pt x="2240123" y="161476"/>
                </a:lnTo>
                <a:lnTo>
                  <a:pt x="2232711" y="135096"/>
                </a:lnTo>
                <a:lnTo>
                  <a:pt x="2222333" y="110083"/>
                </a:lnTo>
                <a:lnTo>
                  <a:pt x="2209078" y="86896"/>
                </a:lnTo>
                <a:lnTo>
                  <a:pt x="2208991" y="86744"/>
                </a:lnTo>
                <a:lnTo>
                  <a:pt x="2201046" y="76633"/>
                </a:lnTo>
                <a:close/>
              </a:path>
              <a:path w="4569460" h="438784">
                <a:moveTo>
                  <a:pt x="2389479" y="3041"/>
                </a:moveTo>
                <a:lnTo>
                  <a:pt x="2305547" y="3041"/>
                </a:lnTo>
                <a:lnTo>
                  <a:pt x="2305547" y="223208"/>
                </a:lnTo>
                <a:lnTo>
                  <a:pt x="2308132" y="264414"/>
                </a:lnTo>
                <a:lnTo>
                  <a:pt x="2315887" y="304099"/>
                </a:lnTo>
                <a:lnTo>
                  <a:pt x="2329115" y="340439"/>
                </a:lnTo>
                <a:lnTo>
                  <a:pt x="2360209" y="387232"/>
                </a:lnTo>
                <a:lnTo>
                  <a:pt x="2406508" y="420873"/>
                </a:lnTo>
                <a:lnTo>
                  <a:pt x="2446801" y="433645"/>
                </a:lnTo>
                <a:lnTo>
                  <a:pt x="2470073" y="436876"/>
                </a:lnTo>
                <a:lnTo>
                  <a:pt x="2470688" y="436876"/>
                </a:lnTo>
                <a:lnTo>
                  <a:pt x="2494697" y="437903"/>
                </a:lnTo>
                <a:lnTo>
                  <a:pt x="2541072" y="433797"/>
                </a:lnTo>
                <a:lnTo>
                  <a:pt x="2580453" y="421481"/>
                </a:lnTo>
                <a:lnTo>
                  <a:pt x="2612992" y="401411"/>
                </a:lnTo>
                <a:lnTo>
                  <a:pt x="2646875" y="363702"/>
                </a:lnTo>
                <a:lnTo>
                  <a:pt x="2494089" y="363702"/>
                </a:lnTo>
                <a:lnTo>
                  <a:pt x="2479796" y="362980"/>
                </a:lnTo>
                <a:lnTo>
                  <a:pt x="2434676" y="345836"/>
                </a:lnTo>
                <a:lnTo>
                  <a:pt x="2406318" y="310181"/>
                </a:lnTo>
                <a:lnTo>
                  <a:pt x="2392216" y="262665"/>
                </a:lnTo>
                <a:lnTo>
                  <a:pt x="2389479" y="223208"/>
                </a:lnTo>
                <a:lnTo>
                  <a:pt x="2389479" y="3041"/>
                </a:lnTo>
                <a:close/>
              </a:path>
              <a:path w="4569460" h="438784">
                <a:moveTo>
                  <a:pt x="2683239" y="3041"/>
                </a:moveTo>
                <a:lnTo>
                  <a:pt x="2599915" y="3041"/>
                </a:lnTo>
                <a:lnTo>
                  <a:pt x="2599915" y="223208"/>
                </a:lnTo>
                <a:lnTo>
                  <a:pt x="2599573" y="236247"/>
                </a:lnTo>
                <a:lnTo>
                  <a:pt x="2594442" y="274905"/>
                </a:lnTo>
                <a:lnTo>
                  <a:pt x="2576804" y="319912"/>
                </a:lnTo>
                <a:lnTo>
                  <a:pt x="2544569" y="352147"/>
                </a:lnTo>
                <a:lnTo>
                  <a:pt x="2494089" y="363702"/>
                </a:lnTo>
                <a:lnTo>
                  <a:pt x="2646875" y="363702"/>
                </a:lnTo>
                <a:lnTo>
                  <a:pt x="2666323" y="325424"/>
                </a:lnTo>
                <a:lnTo>
                  <a:pt x="2676998" y="287069"/>
                </a:lnTo>
                <a:lnTo>
                  <a:pt x="2682554" y="245066"/>
                </a:lnTo>
                <a:lnTo>
                  <a:pt x="2683239" y="223208"/>
                </a:lnTo>
                <a:lnTo>
                  <a:pt x="2683239" y="3041"/>
                </a:lnTo>
                <a:close/>
              </a:path>
              <a:path w="4569460" h="438784">
                <a:moveTo>
                  <a:pt x="2954495" y="608"/>
                </a:moveTo>
                <a:lnTo>
                  <a:pt x="2906752" y="5321"/>
                </a:lnTo>
                <a:lnTo>
                  <a:pt x="2864482" y="19462"/>
                </a:lnTo>
                <a:lnTo>
                  <a:pt x="2827990" y="41053"/>
                </a:lnTo>
                <a:lnTo>
                  <a:pt x="2797580" y="69334"/>
                </a:lnTo>
                <a:lnTo>
                  <a:pt x="2773404" y="102177"/>
                </a:lnTo>
                <a:lnTo>
                  <a:pt x="2755614" y="138669"/>
                </a:lnTo>
                <a:lnTo>
                  <a:pt x="2745123" y="176833"/>
                </a:lnTo>
                <a:lnTo>
                  <a:pt x="2741626" y="215910"/>
                </a:lnTo>
                <a:lnTo>
                  <a:pt x="2742576" y="236247"/>
                </a:lnTo>
                <a:lnTo>
                  <a:pt x="2750178" y="276692"/>
                </a:lnTo>
                <a:lnTo>
                  <a:pt x="2765460" y="316111"/>
                </a:lnTo>
                <a:lnTo>
                  <a:pt x="2787051" y="351994"/>
                </a:lnTo>
                <a:lnTo>
                  <a:pt x="2814648" y="383621"/>
                </a:lnTo>
                <a:lnTo>
                  <a:pt x="2847794" y="409165"/>
                </a:lnTo>
                <a:lnTo>
                  <a:pt x="2885959" y="427905"/>
                </a:lnTo>
                <a:lnTo>
                  <a:pt x="2928229" y="437332"/>
                </a:lnTo>
                <a:lnTo>
                  <a:pt x="2950846" y="438511"/>
                </a:lnTo>
                <a:lnTo>
                  <a:pt x="2968522" y="437788"/>
                </a:lnTo>
                <a:lnTo>
                  <a:pt x="3022005" y="426955"/>
                </a:lnTo>
                <a:lnTo>
                  <a:pt x="3071725" y="403463"/>
                </a:lnTo>
                <a:lnTo>
                  <a:pt x="3111563" y="367960"/>
                </a:lnTo>
                <a:lnTo>
                  <a:pt x="3113979" y="364311"/>
                </a:lnTo>
                <a:lnTo>
                  <a:pt x="2953279" y="364311"/>
                </a:lnTo>
                <a:lnTo>
                  <a:pt x="2939556" y="363588"/>
                </a:lnTo>
                <a:lnTo>
                  <a:pt x="2901582" y="352755"/>
                </a:lnTo>
                <a:lnTo>
                  <a:pt x="2870336" y="330061"/>
                </a:lnTo>
                <a:lnTo>
                  <a:pt x="2846936" y="298625"/>
                </a:lnTo>
                <a:lnTo>
                  <a:pt x="2831905" y="260194"/>
                </a:lnTo>
                <a:lnTo>
                  <a:pt x="2826774" y="218343"/>
                </a:lnTo>
                <a:lnTo>
                  <a:pt x="2827230" y="205571"/>
                </a:lnTo>
                <a:lnTo>
                  <a:pt x="2834072" y="167254"/>
                </a:lnTo>
                <a:lnTo>
                  <a:pt x="2850379" y="131675"/>
                </a:lnTo>
                <a:lnTo>
                  <a:pt x="2875429" y="102329"/>
                </a:lnTo>
                <a:lnTo>
                  <a:pt x="2909070" y="81992"/>
                </a:lnTo>
                <a:lnTo>
                  <a:pt x="2950604" y="74884"/>
                </a:lnTo>
                <a:lnTo>
                  <a:pt x="3110308" y="74884"/>
                </a:lnTo>
                <a:lnTo>
                  <a:pt x="3095445" y="56866"/>
                </a:lnTo>
                <a:lnTo>
                  <a:pt x="3057281" y="26760"/>
                </a:lnTo>
                <a:lnTo>
                  <a:pt x="3009993" y="7146"/>
                </a:lnTo>
                <a:lnTo>
                  <a:pt x="2983271" y="2242"/>
                </a:lnTo>
                <a:lnTo>
                  <a:pt x="2954495" y="608"/>
                </a:lnTo>
                <a:close/>
              </a:path>
              <a:path w="4569460" h="438784">
                <a:moveTo>
                  <a:pt x="3059714" y="298625"/>
                </a:moveTo>
                <a:lnTo>
                  <a:pt x="3032345" y="336333"/>
                </a:lnTo>
                <a:lnTo>
                  <a:pt x="2994028" y="357620"/>
                </a:lnTo>
                <a:lnTo>
                  <a:pt x="2953279" y="364311"/>
                </a:lnTo>
                <a:lnTo>
                  <a:pt x="3113979" y="364311"/>
                </a:lnTo>
                <a:lnTo>
                  <a:pt x="3120952" y="353781"/>
                </a:lnTo>
                <a:lnTo>
                  <a:pt x="3121464" y="352755"/>
                </a:lnTo>
                <a:lnTo>
                  <a:pt x="3128440" y="338158"/>
                </a:lnTo>
                <a:lnTo>
                  <a:pt x="3059714" y="298625"/>
                </a:lnTo>
                <a:close/>
              </a:path>
              <a:path w="4569460" h="438784">
                <a:moveTo>
                  <a:pt x="3110308" y="74884"/>
                </a:moveTo>
                <a:lnTo>
                  <a:pt x="2954016" y="74884"/>
                </a:lnTo>
                <a:lnTo>
                  <a:pt x="2961832" y="75188"/>
                </a:lnTo>
                <a:lnTo>
                  <a:pt x="2971677" y="76328"/>
                </a:lnTo>
                <a:lnTo>
                  <a:pt x="3011058" y="88644"/>
                </a:lnTo>
                <a:lnTo>
                  <a:pt x="3045269" y="117534"/>
                </a:lnTo>
                <a:lnTo>
                  <a:pt x="3057889" y="139277"/>
                </a:lnTo>
                <a:lnTo>
                  <a:pt x="3122358" y="94878"/>
                </a:lnTo>
                <a:lnTo>
                  <a:pt x="3110308" y="74884"/>
                </a:lnTo>
                <a:close/>
              </a:path>
              <a:path w="4569460" h="438784">
                <a:moveTo>
                  <a:pt x="3369619" y="76633"/>
                </a:moveTo>
                <a:lnTo>
                  <a:pt x="3286296" y="76633"/>
                </a:lnTo>
                <a:lnTo>
                  <a:pt x="3286296" y="434862"/>
                </a:lnTo>
                <a:lnTo>
                  <a:pt x="3369619" y="434862"/>
                </a:lnTo>
                <a:lnTo>
                  <a:pt x="3369619" y="76633"/>
                </a:lnTo>
                <a:close/>
              </a:path>
              <a:path w="4569460" h="438784">
                <a:moveTo>
                  <a:pt x="3507680" y="3041"/>
                </a:moveTo>
                <a:lnTo>
                  <a:pt x="3148235" y="3041"/>
                </a:lnTo>
                <a:lnTo>
                  <a:pt x="3148235" y="76633"/>
                </a:lnTo>
                <a:lnTo>
                  <a:pt x="3507680" y="76633"/>
                </a:lnTo>
                <a:lnTo>
                  <a:pt x="3507680" y="3041"/>
                </a:lnTo>
                <a:close/>
              </a:path>
              <a:path w="4569460" h="438784">
                <a:moveTo>
                  <a:pt x="3645219" y="3041"/>
                </a:moveTo>
                <a:lnTo>
                  <a:pt x="3561287" y="3041"/>
                </a:lnTo>
                <a:lnTo>
                  <a:pt x="3561287" y="434862"/>
                </a:lnTo>
                <a:lnTo>
                  <a:pt x="3645219" y="434862"/>
                </a:lnTo>
                <a:lnTo>
                  <a:pt x="3645219" y="3041"/>
                </a:lnTo>
                <a:close/>
              </a:path>
              <a:path w="4569460" h="438784">
                <a:moveTo>
                  <a:pt x="3921422" y="0"/>
                </a:moveTo>
                <a:lnTo>
                  <a:pt x="3898011" y="1178"/>
                </a:lnTo>
                <a:lnTo>
                  <a:pt x="3898525" y="1178"/>
                </a:lnTo>
                <a:lnTo>
                  <a:pt x="3877023" y="4561"/>
                </a:lnTo>
                <a:lnTo>
                  <a:pt x="3836274" y="18245"/>
                </a:lnTo>
                <a:lnTo>
                  <a:pt x="3800390" y="39228"/>
                </a:lnTo>
                <a:lnTo>
                  <a:pt x="3769372" y="66901"/>
                </a:lnTo>
                <a:lnTo>
                  <a:pt x="3744284" y="99592"/>
                </a:lnTo>
                <a:lnTo>
                  <a:pt x="3724974" y="136844"/>
                </a:lnTo>
                <a:lnTo>
                  <a:pt x="3713114" y="176833"/>
                </a:lnTo>
                <a:lnTo>
                  <a:pt x="3709161" y="218951"/>
                </a:lnTo>
                <a:lnTo>
                  <a:pt x="3710111" y="239516"/>
                </a:lnTo>
                <a:lnTo>
                  <a:pt x="3717713" y="279961"/>
                </a:lnTo>
                <a:lnTo>
                  <a:pt x="3732728" y="318848"/>
                </a:lnTo>
                <a:lnTo>
                  <a:pt x="3754015" y="354123"/>
                </a:lnTo>
                <a:lnTo>
                  <a:pt x="3781574" y="385103"/>
                </a:lnTo>
                <a:lnTo>
                  <a:pt x="3814721" y="409735"/>
                </a:lnTo>
                <a:lnTo>
                  <a:pt x="3853227" y="427639"/>
                </a:lnTo>
                <a:lnTo>
                  <a:pt x="3896656" y="436800"/>
                </a:lnTo>
                <a:lnTo>
                  <a:pt x="3897183" y="436800"/>
                </a:lnTo>
                <a:lnTo>
                  <a:pt x="3919597" y="437903"/>
                </a:lnTo>
                <a:lnTo>
                  <a:pt x="3963387" y="433493"/>
                </a:lnTo>
                <a:lnTo>
                  <a:pt x="4003529" y="420265"/>
                </a:lnTo>
                <a:lnTo>
                  <a:pt x="4039717" y="399434"/>
                </a:lnTo>
                <a:lnTo>
                  <a:pt x="4070430" y="372217"/>
                </a:lnTo>
                <a:lnTo>
                  <a:pt x="4077610" y="363702"/>
                </a:lnTo>
                <a:lnTo>
                  <a:pt x="3920205" y="363702"/>
                </a:lnTo>
                <a:lnTo>
                  <a:pt x="3905685" y="362980"/>
                </a:lnTo>
                <a:lnTo>
                  <a:pt x="3866684" y="352147"/>
                </a:lnTo>
                <a:lnTo>
                  <a:pt x="3835780" y="329453"/>
                </a:lnTo>
                <a:lnTo>
                  <a:pt x="3813162" y="297865"/>
                </a:lnTo>
                <a:lnTo>
                  <a:pt x="3799098" y="259890"/>
                </a:lnTo>
                <a:lnTo>
                  <a:pt x="3794355" y="220167"/>
                </a:lnTo>
                <a:lnTo>
                  <a:pt x="3794308" y="218951"/>
                </a:lnTo>
                <a:lnTo>
                  <a:pt x="3798756" y="179494"/>
                </a:lnTo>
                <a:lnTo>
                  <a:pt x="3812554" y="142318"/>
                </a:lnTo>
                <a:lnTo>
                  <a:pt x="3834906" y="110616"/>
                </a:lnTo>
                <a:lnTo>
                  <a:pt x="3865467" y="87580"/>
                </a:lnTo>
                <a:lnTo>
                  <a:pt x="3905152" y="75606"/>
                </a:lnTo>
                <a:lnTo>
                  <a:pt x="3920205" y="74808"/>
                </a:lnTo>
                <a:lnTo>
                  <a:pt x="4077211" y="74808"/>
                </a:lnTo>
                <a:lnTo>
                  <a:pt x="4072863" y="69334"/>
                </a:lnTo>
                <a:lnTo>
                  <a:pt x="4042605" y="40901"/>
                </a:lnTo>
                <a:lnTo>
                  <a:pt x="4006570" y="18854"/>
                </a:lnTo>
                <a:lnTo>
                  <a:pt x="3966124" y="4713"/>
                </a:lnTo>
                <a:lnTo>
                  <a:pt x="3944305" y="1178"/>
                </a:lnTo>
                <a:lnTo>
                  <a:pt x="3921422" y="0"/>
                </a:lnTo>
                <a:close/>
              </a:path>
              <a:path w="4569460" h="438784">
                <a:moveTo>
                  <a:pt x="4077211" y="74808"/>
                </a:moveTo>
                <a:lnTo>
                  <a:pt x="3920205" y="74808"/>
                </a:lnTo>
                <a:lnTo>
                  <a:pt x="3935133" y="75606"/>
                </a:lnTo>
                <a:lnTo>
                  <a:pt x="3934646" y="75606"/>
                </a:lnTo>
                <a:lnTo>
                  <a:pt x="3972510" y="86972"/>
                </a:lnTo>
                <a:lnTo>
                  <a:pt x="4003643" y="109437"/>
                </a:lnTo>
                <a:lnTo>
                  <a:pt x="4026488" y="140797"/>
                </a:lnTo>
                <a:lnTo>
                  <a:pt x="4040971" y="178354"/>
                </a:lnTo>
                <a:lnTo>
                  <a:pt x="4046102" y="218951"/>
                </a:lnTo>
                <a:lnTo>
                  <a:pt x="4045570" y="232027"/>
                </a:lnTo>
                <a:lnTo>
                  <a:pt x="4037588" y="271256"/>
                </a:lnTo>
                <a:lnTo>
                  <a:pt x="4021280" y="307178"/>
                </a:lnTo>
                <a:lnTo>
                  <a:pt x="3996078" y="336790"/>
                </a:lnTo>
                <a:lnTo>
                  <a:pt x="3962057" y="356860"/>
                </a:lnTo>
                <a:lnTo>
                  <a:pt x="3934760" y="362980"/>
                </a:lnTo>
                <a:lnTo>
                  <a:pt x="3934253" y="362980"/>
                </a:lnTo>
                <a:lnTo>
                  <a:pt x="3920205" y="363702"/>
                </a:lnTo>
                <a:lnTo>
                  <a:pt x="4077610" y="363702"/>
                </a:lnTo>
                <a:lnTo>
                  <a:pt x="4083925" y="356214"/>
                </a:lnTo>
                <a:lnTo>
                  <a:pt x="4106124" y="321242"/>
                </a:lnTo>
                <a:lnTo>
                  <a:pt x="4121747" y="282318"/>
                </a:lnTo>
                <a:lnTo>
                  <a:pt x="4129654" y="241264"/>
                </a:lnTo>
                <a:lnTo>
                  <a:pt x="4130642" y="220167"/>
                </a:lnTo>
                <a:lnTo>
                  <a:pt x="4129692" y="199641"/>
                </a:lnTo>
                <a:lnTo>
                  <a:pt x="4122089" y="159500"/>
                </a:lnTo>
                <a:lnTo>
                  <a:pt x="4107074" y="120879"/>
                </a:lnTo>
                <a:lnTo>
                  <a:pt x="4085787" y="85603"/>
                </a:lnTo>
                <a:lnTo>
                  <a:pt x="4077211" y="74808"/>
                </a:lnTo>
                <a:close/>
              </a:path>
              <a:path w="4569460" h="438784">
                <a:moveTo>
                  <a:pt x="4261928" y="3041"/>
                </a:moveTo>
                <a:lnTo>
                  <a:pt x="4195025" y="3041"/>
                </a:lnTo>
                <a:lnTo>
                  <a:pt x="4195025" y="434862"/>
                </a:lnTo>
                <a:lnTo>
                  <a:pt x="4278957" y="434862"/>
                </a:lnTo>
                <a:lnTo>
                  <a:pt x="4278957" y="157523"/>
                </a:lnTo>
                <a:lnTo>
                  <a:pt x="4383071" y="157523"/>
                </a:lnTo>
                <a:lnTo>
                  <a:pt x="4261928" y="3041"/>
                </a:lnTo>
                <a:close/>
              </a:path>
              <a:path w="4569460" h="438784">
                <a:moveTo>
                  <a:pt x="4383071" y="157523"/>
                </a:moveTo>
                <a:lnTo>
                  <a:pt x="4278957" y="157523"/>
                </a:lnTo>
                <a:lnTo>
                  <a:pt x="4499125" y="434862"/>
                </a:lnTo>
                <a:lnTo>
                  <a:pt x="4569068" y="434862"/>
                </a:lnTo>
                <a:lnTo>
                  <a:pt x="4569068" y="287677"/>
                </a:lnTo>
                <a:lnTo>
                  <a:pt x="4485136" y="287677"/>
                </a:lnTo>
                <a:lnTo>
                  <a:pt x="4383071" y="157523"/>
                </a:lnTo>
                <a:close/>
              </a:path>
              <a:path w="4569460" h="438784">
                <a:moveTo>
                  <a:pt x="4569068" y="3649"/>
                </a:moveTo>
                <a:lnTo>
                  <a:pt x="4485136" y="3649"/>
                </a:lnTo>
                <a:lnTo>
                  <a:pt x="4485136" y="287677"/>
                </a:lnTo>
                <a:lnTo>
                  <a:pt x="4569068" y="287677"/>
                </a:lnTo>
                <a:lnTo>
                  <a:pt x="4569068" y="36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048" y="2938779"/>
            <a:ext cx="3970424" cy="141063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6600" y="2332227"/>
            <a:ext cx="3433162" cy="30073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973" y="5519928"/>
            <a:ext cx="3622306" cy="30073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5555" y="6126479"/>
            <a:ext cx="3929485" cy="2232660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6654800" y="2286000"/>
            <a:ext cx="1210310" cy="1210310"/>
            <a:chOff x="6654800" y="2286000"/>
            <a:chExt cx="1210310" cy="1210310"/>
          </a:xfrm>
        </p:grpSpPr>
        <p:sp>
          <p:nvSpPr>
            <p:cNvPr id="8" name="object 8" descr=""/>
            <p:cNvSpPr/>
            <p:nvPr/>
          </p:nvSpPr>
          <p:spPr>
            <a:xfrm>
              <a:off x="6654800" y="2286000"/>
              <a:ext cx="1210310" cy="1210310"/>
            </a:xfrm>
            <a:custGeom>
              <a:avLst/>
              <a:gdLst/>
              <a:ahLst/>
              <a:cxnLst/>
              <a:rect l="l" t="t" r="r" b="b"/>
              <a:pathLst>
                <a:path w="1210309" h="1210310">
                  <a:moveTo>
                    <a:pt x="1082836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1082836"/>
                  </a:lnTo>
                  <a:lnTo>
                    <a:pt x="9980" y="1132269"/>
                  </a:lnTo>
                  <a:lnTo>
                    <a:pt x="37202" y="1172641"/>
                  </a:lnTo>
                  <a:lnTo>
                    <a:pt x="77566" y="1199855"/>
                  </a:lnTo>
                  <a:lnTo>
                    <a:pt x="127000" y="1209836"/>
                  </a:lnTo>
                  <a:lnTo>
                    <a:pt x="918765" y="1209836"/>
                  </a:lnTo>
                  <a:lnTo>
                    <a:pt x="967367" y="1200169"/>
                  </a:lnTo>
                  <a:lnTo>
                    <a:pt x="1008570" y="1172641"/>
                  </a:lnTo>
                  <a:lnTo>
                    <a:pt x="1172641" y="1008570"/>
                  </a:lnTo>
                  <a:lnTo>
                    <a:pt x="1200169" y="967367"/>
                  </a:lnTo>
                  <a:lnTo>
                    <a:pt x="1209836" y="918765"/>
                  </a:lnTo>
                  <a:lnTo>
                    <a:pt x="1209836" y="889731"/>
                  </a:lnTo>
                  <a:lnTo>
                    <a:pt x="380169" y="889731"/>
                  </a:lnTo>
                  <a:lnTo>
                    <a:pt x="356790" y="885010"/>
                  </a:lnTo>
                  <a:lnTo>
                    <a:pt x="337698" y="872138"/>
                  </a:lnTo>
                  <a:lnTo>
                    <a:pt x="324826" y="853046"/>
                  </a:lnTo>
                  <a:lnTo>
                    <a:pt x="320104" y="829667"/>
                  </a:lnTo>
                  <a:lnTo>
                    <a:pt x="320104" y="377564"/>
                  </a:lnTo>
                  <a:lnTo>
                    <a:pt x="324825" y="354185"/>
                  </a:lnTo>
                  <a:lnTo>
                    <a:pt x="337697" y="335093"/>
                  </a:lnTo>
                  <a:lnTo>
                    <a:pt x="356789" y="322221"/>
                  </a:lnTo>
                  <a:lnTo>
                    <a:pt x="380169" y="317500"/>
                  </a:lnTo>
                  <a:lnTo>
                    <a:pt x="1209836" y="317500"/>
                  </a:lnTo>
                  <a:lnTo>
                    <a:pt x="1209836" y="127000"/>
                  </a:lnTo>
                  <a:lnTo>
                    <a:pt x="1199855" y="77565"/>
                  </a:lnTo>
                  <a:lnTo>
                    <a:pt x="1172638" y="37197"/>
                  </a:lnTo>
                  <a:lnTo>
                    <a:pt x="1132270" y="9980"/>
                  </a:lnTo>
                  <a:lnTo>
                    <a:pt x="1082836" y="0"/>
                  </a:lnTo>
                  <a:close/>
                </a:path>
                <a:path w="1210309" h="1210310">
                  <a:moveTo>
                    <a:pt x="1209836" y="317500"/>
                  </a:moveTo>
                  <a:lnTo>
                    <a:pt x="832271" y="317500"/>
                  </a:lnTo>
                  <a:lnTo>
                    <a:pt x="855651" y="322221"/>
                  </a:lnTo>
                  <a:lnTo>
                    <a:pt x="874742" y="335093"/>
                  </a:lnTo>
                  <a:lnTo>
                    <a:pt x="887615" y="354185"/>
                  </a:lnTo>
                  <a:lnTo>
                    <a:pt x="892336" y="377564"/>
                  </a:lnTo>
                  <a:lnTo>
                    <a:pt x="892336" y="752053"/>
                  </a:lnTo>
                  <a:lnTo>
                    <a:pt x="874737" y="794518"/>
                  </a:lnTo>
                  <a:lnTo>
                    <a:pt x="797129" y="872138"/>
                  </a:lnTo>
                  <a:lnTo>
                    <a:pt x="754657" y="889731"/>
                  </a:lnTo>
                  <a:lnTo>
                    <a:pt x="1209836" y="889731"/>
                  </a:lnTo>
                  <a:lnTo>
                    <a:pt x="1209836" y="317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43008" y="2813047"/>
              <a:ext cx="236167" cy="146052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10845800" y="6426200"/>
            <a:ext cx="1210310" cy="1210310"/>
            <a:chOff x="10845800" y="6426200"/>
            <a:chExt cx="1210310" cy="1210310"/>
          </a:xfrm>
        </p:grpSpPr>
        <p:sp>
          <p:nvSpPr>
            <p:cNvPr id="11" name="object 11" descr=""/>
            <p:cNvSpPr/>
            <p:nvPr/>
          </p:nvSpPr>
          <p:spPr>
            <a:xfrm>
              <a:off x="10845800" y="6426200"/>
              <a:ext cx="1210310" cy="1210310"/>
            </a:xfrm>
            <a:custGeom>
              <a:avLst/>
              <a:gdLst/>
              <a:ahLst/>
              <a:cxnLst/>
              <a:rect l="l" t="t" r="r" b="b"/>
              <a:pathLst>
                <a:path w="1210309" h="1210309">
                  <a:moveTo>
                    <a:pt x="1082836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1082836"/>
                  </a:lnTo>
                  <a:lnTo>
                    <a:pt x="9980" y="1132269"/>
                  </a:lnTo>
                  <a:lnTo>
                    <a:pt x="37202" y="1172641"/>
                  </a:lnTo>
                  <a:lnTo>
                    <a:pt x="77566" y="1199855"/>
                  </a:lnTo>
                  <a:lnTo>
                    <a:pt x="127000" y="1209836"/>
                  </a:lnTo>
                  <a:lnTo>
                    <a:pt x="918765" y="1209836"/>
                  </a:lnTo>
                  <a:lnTo>
                    <a:pt x="967367" y="1200169"/>
                  </a:lnTo>
                  <a:lnTo>
                    <a:pt x="1008570" y="1172641"/>
                  </a:lnTo>
                  <a:lnTo>
                    <a:pt x="1172641" y="1008570"/>
                  </a:lnTo>
                  <a:lnTo>
                    <a:pt x="1200169" y="967367"/>
                  </a:lnTo>
                  <a:lnTo>
                    <a:pt x="1209836" y="918765"/>
                  </a:lnTo>
                  <a:lnTo>
                    <a:pt x="1209836" y="889731"/>
                  </a:lnTo>
                  <a:lnTo>
                    <a:pt x="380169" y="889731"/>
                  </a:lnTo>
                  <a:lnTo>
                    <a:pt x="356790" y="885010"/>
                  </a:lnTo>
                  <a:lnTo>
                    <a:pt x="337698" y="872138"/>
                  </a:lnTo>
                  <a:lnTo>
                    <a:pt x="324826" y="853046"/>
                  </a:lnTo>
                  <a:lnTo>
                    <a:pt x="320104" y="829667"/>
                  </a:lnTo>
                  <a:lnTo>
                    <a:pt x="320104" y="377564"/>
                  </a:lnTo>
                  <a:lnTo>
                    <a:pt x="324825" y="354185"/>
                  </a:lnTo>
                  <a:lnTo>
                    <a:pt x="337697" y="335093"/>
                  </a:lnTo>
                  <a:lnTo>
                    <a:pt x="356789" y="322221"/>
                  </a:lnTo>
                  <a:lnTo>
                    <a:pt x="380169" y="317500"/>
                  </a:lnTo>
                  <a:lnTo>
                    <a:pt x="1209836" y="317500"/>
                  </a:lnTo>
                  <a:lnTo>
                    <a:pt x="1209836" y="127000"/>
                  </a:lnTo>
                  <a:lnTo>
                    <a:pt x="1199855" y="77565"/>
                  </a:lnTo>
                  <a:lnTo>
                    <a:pt x="1172638" y="37197"/>
                  </a:lnTo>
                  <a:lnTo>
                    <a:pt x="1132270" y="9980"/>
                  </a:lnTo>
                  <a:lnTo>
                    <a:pt x="1082836" y="0"/>
                  </a:lnTo>
                  <a:close/>
                </a:path>
                <a:path w="1210309" h="1210309">
                  <a:moveTo>
                    <a:pt x="1209836" y="317500"/>
                  </a:moveTo>
                  <a:lnTo>
                    <a:pt x="832271" y="317500"/>
                  </a:lnTo>
                  <a:lnTo>
                    <a:pt x="855651" y="322221"/>
                  </a:lnTo>
                  <a:lnTo>
                    <a:pt x="874742" y="335093"/>
                  </a:lnTo>
                  <a:lnTo>
                    <a:pt x="887615" y="354185"/>
                  </a:lnTo>
                  <a:lnTo>
                    <a:pt x="892336" y="377564"/>
                  </a:lnTo>
                  <a:lnTo>
                    <a:pt x="892336" y="752053"/>
                  </a:lnTo>
                  <a:lnTo>
                    <a:pt x="874737" y="794518"/>
                  </a:lnTo>
                  <a:lnTo>
                    <a:pt x="797129" y="872138"/>
                  </a:lnTo>
                  <a:lnTo>
                    <a:pt x="754657" y="889731"/>
                  </a:lnTo>
                  <a:lnTo>
                    <a:pt x="1209836" y="889731"/>
                  </a:lnTo>
                  <a:lnTo>
                    <a:pt x="1209836" y="317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34982" y="6952218"/>
              <a:ext cx="253107" cy="148315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6642100" y="6489700"/>
            <a:ext cx="1217930" cy="1089025"/>
            <a:chOff x="6642100" y="6489700"/>
            <a:chExt cx="1217930" cy="1089025"/>
          </a:xfrm>
        </p:grpSpPr>
        <p:sp>
          <p:nvSpPr>
            <p:cNvPr id="14" name="object 14" descr=""/>
            <p:cNvSpPr/>
            <p:nvPr/>
          </p:nvSpPr>
          <p:spPr>
            <a:xfrm>
              <a:off x="6642100" y="6489700"/>
              <a:ext cx="1217930" cy="1089025"/>
            </a:xfrm>
            <a:custGeom>
              <a:avLst/>
              <a:gdLst/>
              <a:ahLst/>
              <a:cxnLst/>
              <a:rect l="l" t="t" r="r" b="b"/>
              <a:pathLst>
                <a:path w="1217929" h="1089025">
                  <a:moveTo>
                    <a:pt x="849682" y="0"/>
                  </a:moveTo>
                  <a:lnTo>
                    <a:pt x="367901" y="0"/>
                  </a:lnTo>
                  <a:lnTo>
                    <a:pt x="334763" y="4396"/>
                  </a:lnTo>
                  <a:lnTo>
                    <a:pt x="278282" y="37001"/>
                  </a:lnTo>
                  <a:lnTo>
                    <a:pt x="17014" y="480739"/>
                  </a:lnTo>
                  <a:lnTo>
                    <a:pt x="0" y="544239"/>
                  </a:lnTo>
                  <a:lnTo>
                    <a:pt x="4253" y="576844"/>
                  </a:lnTo>
                  <a:lnTo>
                    <a:pt x="257905" y="1024979"/>
                  </a:lnTo>
                  <a:lnTo>
                    <a:pt x="304395" y="1071464"/>
                  </a:lnTo>
                  <a:lnTo>
                    <a:pt x="367901" y="1088479"/>
                  </a:lnTo>
                  <a:lnTo>
                    <a:pt x="849682" y="1088479"/>
                  </a:lnTo>
                  <a:lnTo>
                    <a:pt x="913182" y="1071464"/>
                  </a:lnTo>
                  <a:lnTo>
                    <a:pt x="959666" y="1024979"/>
                  </a:lnTo>
                  <a:lnTo>
                    <a:pt x="1078987" y="818319"/>
                  </a:lnTo>
                  <a:lnTo>
                    <a:pt x="615328" y="818319"/>
                  </a:lnTo>
                  <a:lnTo>
                    <a:pt x="567324" y="814015"/>
                  </a:lnTo>
                  <a:lnTo>
                    <a:pt x="522132" y="801607"/>
                  </a:lnTo>
                  <a:lnTo>
                    <a:pt x="480520" y="781850"/>
                  </a:lnTo>
                  <a:lnTo>
                    <a:pt x="443241" y="755497"/>
                  </a:lnTo>
                  <a:lnTo>
                    <a:pt x="411049" y="723304"/>
                  </a:lnTo>
                  <a:lnTo>
                    <a:pt x="384698" y="686024"/>
                  </a:lnTo>
                  <a:lnTo>
                    <a:pt x="364941" y="644412"/>
                  </a:lnTo>
                  <a:lnTo>
                    <a:pt x="352534" y="599222"/>
                  </a:lnTo>
                  <a:lnTo>
                    <a:pt x="348231" y="551209"/>
                  </a:lnTo>
                  <a:lnTo>
                    <a:pt x="352534" y="503197"/>
                  </a:lnTo>
                  <a:lnTo>
                    <a:pt x="364941" y="458008"/>
                  </a:lnTo>
                  <a:lnTo>
                    <a:pt x="384697" y="416396"/>
                  </a:lnTo>
                  <a:lnTo>
                    <a:pt x="411048" y="379117"/>
                  </a:lnTo>
                  <a:lnTo>
                    <a:pt x="443240" y="346923"/>
                  </a:lnTo>
                  <a:lnTo>
                    <a:pt x="480518" y="320570"/>
                  </a:lnTo>
                  <a:lnTo>
                    <a:pt x="522128" y="300812"/>
                  </a:lnTo>
                  <a:lnTo>
                    <a:pt x="567316" y="288404"/>
                  </a:lnTo>
                  <a:lnTo>
                    <a:pt x="615328" y="284100"/>
                  </a:lnTo>
                  <a:lnTo>
                    <a:pt x="1087035" y="284100"/>
                  </a:lnTo>
                  <a:lnTo>
                    <a:pt x="959666" y="63500"/>
                  </a:lnTo>
                  <a:lnTo>
                    <a:pt x="939291" y="37001"/>
                  </a:lnTo>
                  <a:lnTo>
                    <a:pt x="913182" y="17014"/>
                  </a:lnTo>
                  <a:lnTo>
                    <a:pt x="882819" y="4396"/>
                  </a:lnTo>
                  <a:lnTo>
                    <a:pt x="849682" y="0"/>
                  </a:lnTo>
                  <a:close/>
                </a:path>
                <a:path w="1217929" h="1089025">
                  <a:moveTo>
                    <a:pt x="1087035" y="284100"/>
                  </a:moveTo>
                  <a:lnTo>
                    <a:pt x="615328" y="284100"/>
                  </a:lnTo>
                  <a:lnTo>
                    <a:pt x="663343" y="288404"/>
                  </a:lnTo>
                  <a:lnTo>
                    <a:pt x="708532" y="300812"/>
                  </a:lnTo>
                  <a:lnTo>
                    <a:pt x="750144" y="320570"/>
                  </a:lnTo>
                  <a:lnTo>
                    <a:pt x="787423" y="346923"/>
                  </a:lnTo>
                  <a:lnTo>
                    <a:pt x="819616" y="379117"/>
                  </a:lnTo>
                  <a:lnTo>
                    <a:pt x="845968" y="416396"/>
                  </a:lnTo>
                  <a:lnTo>
                    <a:pt x="865726" y="458008"/>
                  </a:lnTo>
                  <a:lnTo>
                    <a:pt x="878133" y="503197"/>
                  </a:lnTo>
                  <a:lnTo>
                    <a:pt x="882437" y="551209"/>
                  </a:lnTo>
                  <a:lnTo>
                    <a:pt x="878133" y="599222"/>
                  </a:lnTo>
                  <a:lnTo>
                    <a:pt x="865726" y="644412"/>
                  </a:lnTo>
                  <a:lnTo>
                    <a:pt x="845968" y="686024"/>
                  </a:lnTo>
                  <a:lnTo>
                    <a:pt x="819616" y="723304"/>
                  </a:lnTo>
                  <a:lnTo>
                    <a:pt x="787422" y="755497"/>
                  </a:lnTo>
                  <a:lnTo>
                    <a:pt x="750142" y="781850"/>
                  </a:lnTo>
                  <a:lnTo>
                    <a:pt x="708530" y="801607"/>
                  </a:lnTo>
                  <a:lnTo>
                    <a:pt x="663340" y="814015"/>
                  </a:lnTo>
                  <a:lnTo>
                    <a:pt x="615328" y="818319"/>
                  </a:lnTo>
                  <a:lnTo>
                    <a:pt x="1078987" y="818319"/>
                  </a:lnTo>
                  <a:lnTo>
                    <a:pt x="1200570" y="607739"/>
                  </a:lnTo>
                  <a:lnTo>
                    <a:pt x="1213330" y="576844"/>
                  </a:lnTo>
                  <a:lnTo>
                    <a:pt x="1217583" y="544239"/>
                  </a:lnTo>
                  <a:lnTo>
                    <a:pt x="1213330" y="511634"/>
                  </a:lnTo>
                  <a:lnTo>
                    <a:pt x="1200570" y="480739"/>
                  </a:lnTo>
                  <a:lnTo>
                    <a:pt x="1087035" y="284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43008" y="6953247"/>
              <a:ext cx="235997" cy="146052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10833100" y="2286000"/>
            <a:ext cx="1217930" cy="1089025"/>
            <a:chOff x="10833100" y="2286000"/>
            <a:chExt cx="1217930" cy="1089025"/>
          </a:xfrm>
        </p:grpSpPr>
        <p:sp>
          <p:nvSpPr>
            <p:cNvPr id="17" name="object 17" descr=""/>
            <p:cNvSpPr/>
            <p:nvPr/>
          </p:nvSpPr>
          <p:spPr>
            <a:xfrm>
              <a:off x="10833100" y="2286000"/>
              <a:ext cx="1217930" cy="1089025"/>
            </a:xfrm>
            <a:custGeom>
              <a:avLst/>
              <a:gdLst/>
              <a:ahLst/>
              <a:cxnLst/>
              <a:rect l="l" t="t" r="r" b="b"/>
              <a:pathLst>
                <a:path w="1217929" h="1089025">
                  <a:moveTo>
                    <a:pt x="849682" y="0"/>
                  </a:moveTo>
                  <a:lnTo>
                    <a:pt x="367901" y="0"/>
                  </a:lnTo>
                  <a:lnTo>
                    <a:pt x="334763" y="4396"/>
                  </a:lnTo>
                  <a:lnTo>
                    <a:pt x="278282" y="37001"/>
                  </a:lnTo>
                  <a:lnTo>
                    <a:pt x="17014" y="480739"/>
                  </a:lnTo>
                  <a:lnTo>
                    <a:pt x="0" y="544239"/>
                  </a:lnTo>
                  <a:lnTo>
                    <a:pt x="4253" y="576844"/>
                  </a:lnTo>
                  <a:lnTo>
                    <a:pt x="257905" y="1024979"/>
                  </a:lnTo>
                  <a:lnTo>
                    <a:pt x="304395" y="1071464"/>
                  </a:lnTo>
                  <a:lnTo>
                    <a:pt x="367901" y="1088479"/>
                  </a:lnTo>
                  <a:lnTo>
                    <a:pt x="849682" y="1088479"/>
                  </a:lnTo>
                  <a:lnTo>
                    <a:pt x="913182" y="1071464"/>
                  </a:lnTo>
                  <a:lnTo>
                    <a:pt x="959666" y="1024979"/>
                  </a:lnTo>
                  <a:lnTo>
                    <a:pt x="1078987" y="818319"/>
                  </a:lnTo>
                  <a:lnTo>
                    <a:pt x="615328" y="818319"/>
                  </a:lnTo>
                  <a:lnTo>
                    <a:pt x="567324" y="814015"/>
                  </a:lnTo>
                  <a:lnTo>
                    <a:pt x="522132" y="801607"/>
                  </a:lnTo>
                  <a:lnTo>
                    <a:pt x="480520" y="781850"/>
                  </a:lnTo>
                  <a:lnTo>
                    <a:pt x="443241" y="755497"/>
                  </a:lnTo>
                  <a:lnTo>
                    <a:pt x="411049" y="723304"/>
                  </a:lnTo>
                  <a:lnTo>
                    <a:pt x="384698" y="686024"/>
                  </a:lnTo>
                  <a:lnTo>
                    <a:pt x="364941" y="644412"/>
                  </a:lnTo>
                  <a:lnTo>
                    <a:pt x="352534" y="599222"/>
                  </a:lnTo>
                  <a:lnTo>
                    <a:pt x="348231" y="551209"/>
                  </a:lnTo>
                  <a:lnTo>
                    <a:pt x="352534" y="503197"/>
                  </a:lnTo>
                  <a:lnTo>
                    <a:pt x="364941" y="458008"/>
                  </a:lnTo>
                  <a:lnTo>
                    <a:pt x="384697" y="416396"/>
                  </a:lnTo>
                  <a:lnTo>
                    <a:pt x="411048" y="379117"/>
                  </a:lnTo>
                  <a:lnTo>
                    <a:pt x="443240" y="346923"/>
                  </a:lnTo>
                  <a:lnTo>
                    <a:pt x="480518" y="320570"/>
                  </a:lnTo>
                  <a:lnTo>
                    <a:pt x="522128" y="300812"/>
                  </a:lnTo>
                  <a:lnTo>
                    <a:pt x="567316" y="288404"/>
                  </a:lnTo>
                  <a:lnTo>
                    <a:pt x="615328" y="284100"/>
                  </a:lnTo>
                  <a:lnTo>
                    <a:pt x="1087035" y="284100"/>
                  </a:lnTo>
                  <a:lnTo>
                    <a:pt x="959666" y="63499"/>
                  </a:lnTo>
                  <a:lnTo>
                    <a:pt x="939291" y="37001"/>
                  </a:lnTo>
                  <a:lnTo>
                    <a:pt x="913182" y="17014"/>
                  </a:lnTo>
                  <a:lnTo>
                    <a:pt x="882819" y="4396"/>
                  </a:lnTo>
                  <a:lnTo>
                    <a:pt x="849682" y="0"/>
                  </a:lnTo>
                  <a:close/>
                </a:path>
                <a:path w="1217929" h="1089025">
                  <a:moveTo>
                    <a:pt x="1087035" y="284100"/>
                  </a:moveTo>
                  <a:lnTo>
                    <a:pt x="615328" y="284100"/>
                  </a:lnTo>
                  <a:lnTo>
                    <a:pt x="663343" y="288404"/>
                  </a:lnTo>
                  <a:lnTo>
                    <a:pt x="708532" y="300812"/>
                  </a:lnTo>
                  <a:lnTo>
                    <a:pt x="750144" y="320570"/>
                  </a:lnTo>
                  <a:lnTo>
                    <a:pt x="787423" y="346923"/>
                  </a:lnTo>
                  <a:lnTo>
                    <a:pt x="819616" y="379117"/>
                  </a:lnTo>
                  <a:lnTo>
                    <a:pt x="845968" y="416396"/>
                  </a:lnTo>
                  <a:lnTo>
                    <a:pt x="865726" y="458008"/>
                  </a:lnTo>
                  <a:lnTo>
                    <a:pt x="878133" y="503197"/>
                  </a:lnTo>
                  <a:lnTo>
                    <a:pt x="882437" y="551209"/>
                  </a:lnTo>
                  <a:lnTo>
                    <a:pt x="878133" y="599222"/>
                  </a:lnTo>
                  <a:lnTo>
                    <a:pt x="865726" y="644412"/>
                  </a:lnTo>
                  <a:lnTo>
                    <a:pt x="845968" y="686024"/>
                  </a:lnTo>
                  <a:lnTo>
                    <a:pt x="819616" y="723304"/>
                  </a:lnTo>
                  <a:lnTo>
                    <a:pt x="787422" y="755497"/>
                  </a:lnTo>
                  <a:lnTo>
                    <a:pt x="750142" y="781850"/>
                  </a:lnTo>
                  <a:lnTo>
                    <a:pt x="708530" y="801607"/>
                  </a:lnTo>
                  <a:lnTo>
                    <a:pt x="663340" y="814015"/>
                  </a:lnTo>
                  <a:lnTo>
                    <a:pt x="615328" y="818319"/>
                  </a:lnTo>
                  <a:lnTo>
                    <a:pt x="1078987" y="818319"/>
                  </a:lnTo>
                  <a:lnTo>
                    <a:pt x="1200570" y="607739"/>
                  </a:lnTo>
                  <a:lnTo>
                    <a:pt x="1213330" y="576844"/>
                  </a:lnTo>
                  <a:lnTo>
                    <a:pt x="1217583" y="544239"/>
                  </a:lnTo>
                  <a:lnTo>
                    <a:pt x="1213330" y="511634"/>
                  </a:lnTo>
                  <a:lnTo>
                    <a:pt x="1200570" y="480739"/>
                  </a:lnTo>
                  <a:lnTo>
                    <a:pt x="1087035" y="284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334008" y="2749547"/>
              <a:ext cx="237813" cy="146052"/>
            </a:xfrm>
            <a:prstGeom prst="rect">
              <a:avLst/>
            </a:prstGeom>
          </p:spPr>
        </p:pic>
      </p:grpSp>
      <p:sp>
        <p:nvSpPr>
          <p:cNvPr id="19" name="object 19" descr=""/>
          <p:cNvSpPr/>
          <p:nvPr/>
        </p:nvSpPr>
        <p:spPr>
          <a:xfrm>
            <a:off x="7156937" y="3593579"/>
            <a:ext cx="189865" cy="2796540"/>
          </a:xfrm>
          <a:custGeom>
            <a:avLst/>
            <a:gdLst/>
            <a:ahLst/>
            <a:cxnLst/>
            <a:rect l="l" t="t" r="r" b="b"/>
            <a:pathLst>
              <a:path w="189865" h="2796540">
                <a:moveTo>
                  <a:pt x="189524" y="2705542"/>
                </a:moveTo>
                <a:lnTo>
                  <a:pt x="189524" y="2697500"/>
                </a:lnTo>
                <a:lnTo>
                  <a:pt x="179605" y="2687581"/>
                </a:lnTo>
                <a:lnTo>
                  <a:pt x="171563" y="2687581"/>
                </a:lnTo>
                <a:lnTo>
                  <a:pt x="94762" y="2764383"/>
                </a:lnTo>
                <a:lnTo>
                  <a:pt x="17960" y="2687581"/>
                </a:lnTo>
                <a:lnTo>
                  <a:pt x="9919" y="2687581"/>
                </a:lnTo>
                <a:lnTo>
                  <a:pt x="0" y="2697500"/>
                </a:lnTo>
                <a:lnTo>
                  <a:pt x="0" y="2705542"/>
                </a:lnTo>
                <a:lnTo>
                  <a:pt x="82062" y="2787604"/>
                </a:lnTo>
                <a:lnTo>
                  <a:pt x="82062" y="2782343"/>
                </a:lnTo>
                <a:lnTo>
                  <a:pt x="107462" y="2782343"/>
                </a:lnTo>
                <a:lnTo>
                  <a:pt x="107462" y="2787604"/>
                </a:lnTo>
                <a:lnTo>
                  <a:pt x="189524" y="2705542"/>
                </a:lnTo>
                <a:close/>
              </a:path>
              <a:path w="189865" h="2796540">
                <a:moveTo>
                  <a:pt x="107462" y="2751683"/>
                </a:moveTo>
                <a:lnTo>
                  <a:pt x="107462" y="0"/>
                </a:lnTo>
                <a:lnTo>
                  <a:pt x="82062" y="0"/>
                </a:lnTo>
                <a:lnTo>
                  <a:pt x="82062" y="2751683"/>
                </a:lnTo>
                <a:lnTo>
                  <a:pt x="94762" y="2764383"/>
                </a:lnTo>
                <a:lnTo>
                  <a:pt x="107462" y="2751683"/>
                </a:lnTo>
                <a:close/>
              </a:path>
              <a:path w="189865" h="2796540">
                <a:moveTo>
                  <a:pt x="107462" y="2787604"/>
                </a:moveTo>
                <a:lnTo>
                  <a:pt x="107462" y="2782343"/>
                </a:lnTo>
                <a:lnTo>
                  <a:pt x="82062" y="2782343"/>
                </a:lnTo>
                <a:lnTo>
                  <a:pt x="82062" y="2787604"/>
                </a:lnTo>
                <a:lnTo>
                  <a:pt x="90741" y="2796283"/>
                </a:lnTo>
                <a:lnTo>
                  <a:pt x="98782" y="2796283"/>
                </a:lnTo>
                <a:lnTo>
                  <a:pt x="107462" y="27876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1233510" y="3516658"/>
            <a:ext cx="189865" cy="2796540"/>
          </a:xfrm>
          <a:custGeom>
            <a:avLst/>
            <a:gdLst/>
            <a:ahLst/>
            <a:cxnLst/>
            <a:rect l="l" t="t" r="r" b="b"/>
            <a:pathLst>
              <a:path w="189865" h="2796540">
                <a:moveTo>
                  <a:pt x="0" y="90741"/>
                </a:moveTo>
                <a:lnTo>
                  <a:pt x="0" y="98782"/>
                </a:lnTo>
                <a:lnTo>
                  <a:pt x="9919" y="108702"/>
                </a:lnTo>
                <a:lnTo>
                  <a:pt x="17960" y="108702"/>
                </a:lnTo>
                <a:lnTo>
                  <a:pt x="94762" y="31900"/>
                </a:lnTo>
                <a:lnTo>
                  <a:pt x="171563" y="108702"/>
                </a:lnTo>
                <a:lnTo>
                  <a:pt x="179605" y="108702"/>
                </a:lnTo>
                <a:lnTo>
                  <a:pt x="189524" y="98782"/>
                </a:lnTo>
                <a:lnTo>
                  <a:pt x="189524" y="90741"/>
                </a:lnTo>
                <a:lnTo>
                  <a:pt x="107462" y="8679"/>
                </a:lnTo>
                <a:lnTo>
                  <a:pt x="107462" y="13939"/>
                </a:lnTo>
                <a:lnTo>
                  <a:pt x="82062" y="13939"/>
                </a:lnTo>
                <a:lnTo>
                  <a:pt x="82062" y="8679"/>
                </a:lnTo>
                <a:lnTo>
                  <a:pt x="0" y="90741"/>
                </a:lnTo>
                <a:close/>
              </a:path>
              <a:path w="189865" h="2796540">
                <a:moveTo>
                  <a:pt x="82062" y="44600"/>
                </a:moveTo>
                <a:lnTo>
                  <a:pt x="82062" y="2796283"/>
                </a:lnTo>
                <a:lnTo>
                  <a:pt x="107462" y="2796283"/>
                </a:lnTo>
                <a:lnTo>
                  <a:pt x="107462" y="44600"/>
                </a:lnTo>
                <a:lnTo>
                  <a:pt x="94762" y="31900"/>
                </a:lnTo>
                <a:lnTo>
                  <a:pt x="82062" y="44600"/>
                </a:lnTo>
                <a:close/>
              </a:path>
              <a:path w="189865" h="2796540">
                <a:moveTo>
                  <a:pt x="82062" y="8679"/>
                </a:moveTo>
                <a:lnTo>
                  <a:pt x="82062" y="13939"/>
                </a:lnTo>
                <a:lnTo>
                  <a:pt x="107462" y="13939"/>
                </a:lnTo>
                <a:lnTo>
                  <a:pt x="107462" y="8679"/>
                </a:lnTo>
                <a:lnTo>
                  <a:pt x="98782" y="0"/>
                </a:lnTo>
                <a:lnTo>
                  <a:pt x="90741" y="0"/>
                </a:lnTo>
                <a:lnTo>
                  <a:pt x="82062" y="86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7962900" y="6941037"/>
            <a:ext cx="2796540" cy="189865"/>
          </a:xfrm>
          <a:custGeom>
            <a:avLst/>
            <a:gdLst/>
            <a:ahLst/>
            <a:cxnLst/>
            <a:rect l="l" t="t" r="r" b="b"/>
            <a:pathLst>
              <a:path w="2796540" h="189865">
                <a:moveTo>
                  <a:pt x="2705542" y="0"/>
                </a:moveTo>
                <a:lnTo>
                  <a:pt x="2697500" y="0"/>
                </a:lnTo>
                <a:lnTo>
                  <a:pt x="2687581" y="9919"/>
                </a:lnTo>
                <a:lnTo>
                  <a:pt x="2687581" y="17960"/>
                </a:lnTo>
                <a:lnTo>
                  <a:pt x="2764383" y="94762"/>
                </a:lnTo>
                <a:lnTo>
                  <a:pt x="2687581" y="171563"/>
                </a:lnTo>
                <a:lnTo>
                  <a:pt x="2687581" y="179605"/>
                </a:lnTo>
                <a:lnTo>
                  <a:pt x="2697500" y="189524"/>
                </a:lnTo>
                <a:lnTo>
                  <a:pt x="2705542" y="189524"/>
                </a:lnTo>
                <a:lnTo>
                  <a:pt x="2787604" y="107462"/>
                </a:lnTo>
                <a:lnTo>
                  <a:pt x="2782343" y="107462"/>
                </a:lnTo>
                <a:lnTo>
                  <a:pt x="2782343" y="82062"/>
                </a:lnTo>
                <a:lnTo>
                  <a:pt x="2787604" y="82062"/>
                </a:lnTo>
                <a:lnTo>
                  <a:pt x="2705542" y="0"/>
                </a:lnTo>
                <a:close/>
              </a:path>
              <a:path w="2796540" h="189865">
                <a:moveTo>
                  <a:pt x="2751683" y="82062"/>
                </a:moveTo>
                <a:lnTo>
                  <a:pt x="0" y="82062"/>
                </a:lnTo>
                <a:lnTo>
                  <a:pt x="0" y="107462"/>
                </a:lnTo>
                <a:lnTo>
                  <a:pt x="2751683" y="107462"/>
                </a:lnTo>
                <a:lnTo>
                  <a:pt x="2764383" y="94762"/>
                </a:lnTo>
                <a:lnTo>
                  <a:pt x="2751683" y="82062"/>
                </a:lnTo>
                <a:close/>
              </a:path>
              <a:path w="2796540" h="189865">
                <a:moveTo>
                  <a:pt x="2787604" y="82062"/>
                </a:moveTo>
                <a:lnTo>
                  <a:pt x="2782343" y="82062"/>
                </a:lnTo>
                <a:lnTo>
                  <a:pt x="2782343" y="107462"/>
                </a:lnTo>
                <a:lnTo>
                  <a:pt x="2787604" y="107462"/>
                </a:lnTo>
                <a:lnTo>
                  <a:pt x="2796283" y="98782"/>
                </a:lnTo>
                <a:lnTo>
                  <a:pt x="2796283" y="90741"/>
                </a:lnTo>
                <a:lnTo>
                  <a:pt x="2787604" y="820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7923559" y="2737337"/>
            <a:ext cx="2796540" cy="189865"/>
          </a:xfrm>
          <a:custGeom>
            <a:avLst/>
            <a:gdLst/>
            <a:ahLst/>
            <a:cxnLst/>
            <a:rect l="l" t="t" r="r" b="b"/>
            <a:pathLst>
              <a:path w="2796540" h="189864">
                <a:moveTo>
                  <a:pt x="90741" y="189524"/>
                </a:moveTo>
                <a:lnTo>
                  <a:pt x="98782" y="189524"/>
                </a:lnTo>
                <a:lnTo>
                  <a:pt x="108702" y="179605"/>
                </a:lnTo>
                <a:lnTo>
                  <a:pt x="108702" y="171563"/>
                </a:lnTo>
                <a:lnTo>
                  <a:pt x="31900" y="94762"/>
                </a:lnTo>
                <a:lnTo>
                  <a:pt x="108702" y="17960"/>
                </a:lnTo>
                <a:lnTo>
                  <a:pt x="108702" y="9919"/>
                </a:lnTo>
                <a:lnTo>
                  <a:pt x="98782" y="0"/>
                </a:lnTo>
                <a:lnTo>
                  <a:pt x="90741" y="0"/>
                </a:lnTo>
                <a:lnTo>
                  <a:pt x="8679" y="82062"/>
                </a:lnTo>
                <a:lnTo>
                  <a:pt x="13939" y="82062"/>
                </a:lnTo>
                <a:lnTo>
                  <a:pt x="13939" y="107462"/>
                </a:lnTo>
                <a:lnTo>
                  <a:pt x="8679" y="107462"/>
                </a:lnTo>
                <a:lnTo>
                  <a:pt x="90741" y="189524"/>
                </a:lnTo>
                <a:close/>
              </a:path>
              <a:path w="2796540" h="189864">
                <a:moveTo>
                  <a:pt x="44600" y="107462"/>
                </a:moveTo>
                <a:lnTo>
                  <a:pt x="2796283" y="107462"/>
                </a:lnTo>
                <a:lnTo>
                  <a:pt x="2796283" y="82062"/>
                </a:lnTo>
                <a:lnTo>
                  <a:pt x="44600" y="82062"/>
                </a:lnTo>
                <a:lnTo>
                  <a:pt x="31900" y="94762"/>
                </a:lnTo>
                <a:lnTo>
                  <a:pt x="44600" y="107462"/>
                </a:lnTo>
                <a:close/>
              </a:path>
              <a:path w="2796540" h="189864">
                <a:moveTo>
                  <a:pt x="8679" y="107462"/>
                </a:moveTo>
                <a:lnTo>
                  <a:pt x="13939" y="107462"/>
                </a:lnTo>
                <a:lnTo>
                  <a:pt x="13939" y="82062"/>
                </a:lnTo>
                <a:lnTo>
                  <a:pt x="8679" y="82062"/>
                </a:lnTo>
                <a:lnTo>
                  <a:pt x="0" y="90741"/>
                </a:lnTo>
                <a:lnTo>
                  <a:pt x="0" y="98782"/>
                </a:lnTo>
                <a:lnTo>
                  <a:pt x="8679" y="1074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26588" y="4726632"/>
            <a:ext cx="1078585" cy="196039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500288" y="4726632"/>
            <a:ext cx="1078585" cy="196039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804185" y="6616875"/>
            <a:ext cx="987495" cy="198097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804185" y="3048175"/>
            <a:ext cx="987495" cy="198097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486122" y="7815818"/>
            <a:ext cx="1635007" cy="163743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575022" y="8108946"/>
            <a:ext cx="1472335" cy="1627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973" y="770127"/>
            <a:ext cx="4003420" cy="30073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9296" y="6278879"/>
            <a:ext cx="1701161" cy="18796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3547" y="6634480"/>
            <a:ext cx="2850574" cy="77215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82595" y="7993380"/>
            <a:ext cx="1797689" cy="23952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66848" y="8346440"/>
            <a:ext cx="3428811" cy="53687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9873" y="3980179"/>
            <a:ext cx="1557549" cy="18796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40918" y="4333240"/>
            <a:ext cx="3338355" cy="141317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65048" y="2354579"/>
            <a:ext cx="3112303" cy="534331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18997" y="3057905"/>
            <a:ext cx="3087315" cy="365175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762000" y="302260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38100" y="0"/>
                </a:moveTo>
                <a:lnTo>
                  <a:pt x="0" y="0"/>
                </a:lnTo>
                <a:lnTo>
                  <a:pt x="0" y="419100"/>
                </a:lnTo>
                <a:lnTo>
                  <a:pt x="38100" y="4191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80795" y="1998979"/>
            <a:ext cx="2038294" cy="187960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6286500" y="2755900"/>
            <a:ext cx="1210310" cy="1210310"/>
            <a:chOff x="6286500" y="2755900"/>
            <a:chExt cx="1210310" cy="1210310"/>
          </a:xfrm>
        </p:grpSpPr>
        <p:sp>
          <p:nvSpPr>
            <p:cNvPr id="14" name="object 14" descr=""/>
            <p:cNvSpPr/>
            <p:nvPr/>
          </p:nvSpPr>
          <p:spPr>
            <a:xfrm>
              <a:off x="6286500" y="2755900"/>
              <a:ext cx="1210310" cy="1210310"/>
            </a:xfrm>
            <a:custGeom>
              <a:avLst/>
              <a:gdLst/>
              <a:ahLst/>
              <a:cxnLst/>
              <a:rect l="l" t="t" r="r" b="b"/>
              <a:pathLst>
                <a:path w="1210309" h="1210310">
                  <a:moveTo>
                    <a:pt x="1082836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1082836"/>
                  </a:lnTo>
                  <a:lnTo>
                    <a:pt x="9980" y="1132269"/>
                  </a:lnTo>
                  <a:lnTo>
                    <a:pt x="37202" y="1172641"/>
                  </a:lnTo>
                  <a:lnTo>
                    <a:pt x="77566" y="1199855"/>
                  </a:lnTo>
                  <a:lnTo>
                    <a:pt x="127000" y="1209836"/>
                  </a:lnTo>
                  <a:lnTo>
                    <a:pt x="918765" y="1209836"/>
                  </a:lnTo>
                  <a:lnTo>
                    <a:pt x="967367" y="1200169"/>
                  </a:lnTo>
                  <a:lnTo>
                    <a:pt x="1008570" y="1172641"/>
                  </a:lnTo>
                  <a:lnTo>
                    <a:pt x="1172641" y="1008570"/>
                  </a:lnTo>
                  <a:lnTo>
                    <a:pt x="1200169" y="967367"/>
                  </a:lnTo>
                  <a:lnTo>
                    <a:pt x="1209836" y="918765"/>
                  </a:lnTo>
                  <a:lnTo>
                    <a:pt x="1209836" y="889731"/>
                  </a:lnTo>
                  <a:lnTo>
                    <a:pt x="380169" y="889731"/>
                  </a:lnTo>
                  <a:lnTo>
                    <a:pt x="356790" y="885010"/>
                  </a:lnTo>
                  <a:lnTo>
                    <a:pt x="337698" y="872138"/>
                  </a:lnTo>
                  <a:lnTo>
                    <a:pt x="324826" y="853046"/>
                  </a:lnTo>
                  <a:lnTo>
                    <a:pt x="320104" y="829667"/>
                  </a:lnTo>
                  <a:lnTo>
                    <a:pt x="320104" y="377564"/>
                  </a:lnTo>
                  <a:lnTo>
                    <a:pt x="324825" y="354185"/>
                  </a:lnTo>
                  <a:lnTo>
                    <a:pt x="337697" y="335093"/>
                  </a:lnTo>
                  <a:lnTo>
                    <a:pt x="356789" y="322221"/>
                  </a:lnTo>
                  <a:lnTo>
                    <a:pt x="380169" y="317500"/>
                  </a:lnTo>
                  <a:lnTo>
                    <a:pt x="1209836" y="317500"/>
                  </a:lnTo>
                  <a:lnTo>
                    <a:pt x="1209836" y="127000"/>
                  </a:lnTo>
                  <a:lnTo>
                    <a:pt x="1199855" y="77565"/>
                  </a:lnTo>
                  <a:lnTo>
                    <a:pt x="1172638" y="37197"/>
                  </a:lnTo>
                  <a:lnTo>
                    <a:pt x="1132270" y="9980"/>
                  </a:lnTo>
                  <a:lnTo>
                    <a:pt x="1082836" y="0"/>
                  </a:lnTo>
                  <a:close/>
                </a:path>
                <a:path w="1210309" h="1210310">
                  <a:moveTo>
                    <a:pt x="1209836" y="317500"/>
                  </a:moveTo>
                  <a:lnTo>
                    <a:pt x="832271" y="317500"/>
                  </a:lnTo>
                  <a:lnTo>
                    <a:pt x="855651" y="322221"/>
                  </a:lnTo>
                  <a:lnTo>
                    <a:pt x="874742" y="335093"/>
                  </a:lnTo>
                  <a:lnTo>
                    <a:pt x="887615" y="354185"/>
                  </a:lnTo>
                  <a:lnTo>
                    <a:pt x="892336" y="377564"/>
                  </a:lnTo>
                  <a:lnTo>
                    <a:pt x="892336" y="752053"/>
                  </a:lnTo>
                  <a:lnTo>
                    <a:pt x="874737" y="794518"/>
                  </a:lnTo>
                  <a:lnTo>
                    <a:pt x="797129" y="872138"/>
                  </a:lnTo>
                  <a:lnTo>
                    <a:pt x="754657" y="889731"/>
                  </a:lnTo>
                  <a:lnTo>
                    <a:pt x="1209836" y="889731"/>
                  </a:lnTo>
                  <a:lnTo>
                    <a:pt x="1209836" y="317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87408" y="3282947"/>
              <a:ext cx="199602" cy="146052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10477500" y="6896100"/>
            <a:ext cx="1210310" cy="1210310"/>
            <a:chOff x="10477500" y="6896100"/>
            <a:chExt cx="1210310" cy="1210310"/>
          </a:xfrm>
        </p:grpSpPr>
        <p:sp>
          <p:nvSpPr>
            <p:cNvPr id="17" name="object 17" descr=""/>
            <p:cNvSpPr/>
            <p:nvPr/>
          </p:nvSpPr>
          <p:spPr>
            <a:xfrm>
              <a:off x="10477500" y="6896100"/>
              <a:ext cx="1210310" cy="1210310"/>
            </a:xfrm>
            <a:custGeom>
              <a:avLst/>
              <a:gdLst/>
              <a:ahLst/>
              <a:cxnLst/>
              <a:rect l="l" t="t" r="r" b="b"/>
              <a:pathLst>
                <a:path w="1210309" h="1210309">
                  <a:moveTo>
                    <a:pt x="1082836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1082836"/>
                  </a:lnTo>
                  <a:lnTo>
                    <a:pt x="9980" y="1132269"/>
                  </a:lnTo>
                  <a:lnTo>
                    <a:pt x="37202" y="1172641"/>
                  </a:lnTo>
                  <a:lnTo>
                    <a:pt x="77566" y="1199855"/>
                  </a:lnTo>
                  <a:lnTo>
                    <a:pt x="127000" y="1209836"/>
                  </a:lnTo>
                  <a:lnTo>
                    <a:pt x="918765" y="1209836"/>
                  </a:lnTo>
                  <a:lnTo>
                    <a:pt x="967367" y="1200169"/>
                  </a:lnTo>
                  <a:lnTo>
                    <a:pt x="1008570" y="1172641"/>
                  </a:lnTo>
                  <a:lnTo>
                    <a:pt x="1172641" y="1008570"/>
                  </a:lnTo>
                  <a:lnTo>
                    <a:pt x="1200169" y="967367"/>
                  </a:lnTo>
                  <a:lnTo>
                    <a:pt x="1209836" y="918765"/>
                  </a:lnTo>
                  <a:lnTo>
                    <a:pt x="1209836" y="889731"/>
                  </a:lnTo>
                  <a:lnTo>
                    <a:pt x="380169" y="889731"/>
                  </a:lnTo>
                  <a:lnTo>
                    <a:pt x="356790" y="885010"/>
                  </a:lnTo>
                  <a:lnTo>
                    <a:pt x="337698" y="872138"/>
                  </a:lnTo>
                  <a:lnTo>
                    <a:pt x="324826" y="853046"/>
                  </a:lnTo>
                  <a:lnTo>
                    <a:pt x="320104" y="829667"/>
                  </a:lnTo>
                  <a:lnTo>
                    <a:pt x="320104" y="377564"/>
                  </a:lnTo>
                  <a:lnTo>
                    <a:pt x="324825" y="354185"/>
                  </a:lnTo>
                  <a:lnTo>
                    <a:pt x="337697" y="335093"/>
                  </a:lnTo>
                  <a:lnTo>
                    <a:pt x="356789" y="322221"/>
                  </a:lnTo>
                  <a:lnTo>
                    <a:pt x="380169" y="317500"/>
                  </a:lnTo>
                  <a:lnTo>
                    <a:pt x="1209836" y="317500"/>
                  </a:lnTo>
                  <a:lnTo>
                    <a:pt x="1209836" y="127000"/>
                  </a:lnTo>
                  <a:lnTo>
                    <a:pt x="1199855" y="77565"/>
                  </a:lnTo>
                  <a:lnTo>
                    <a:pt x="1172638" y="37197"/>
                  </a:lnTo>
                  <a:lnTo>
                    <a:pt x="1132270" y="9980"/>
                  </a:lnTo>
                  <a:lnTo>
                    <a:pt x="1082836" y="0"/>
                  </a:lnTo>
                  <a:close/>
                </a:path>
                <a:path w="1210309" h="1210309">
                  <a:moveTo>
                    <a:pt x="1209836" y="317500"/>
                  </a:moveTo>
                  <a:lnTo>
                    <a:pt x="832271" y="317500"/>
                  </a:lnTo>
                  <a:lnTo>
                    <a:pt x="855651" y="322221"/>
                  </a:lnTo>
                  <a:lnTo>
                    <a:pt x="874742" y="335093"/>
                  </a:lnTo>
                  <a:lnTo>
                    <a:pt x="887615" y="354185"/>
                  </a:lnTo>
                  <a:lnTo>
                    <a:pt x="892336" y="377564"/>
                  </a:lnTo>
                  <a:lnTo>
                    <a:pt x="892336" y="752053"/>
                  </a:lnTo>
                  <a:lnTo>
                    <a:pt x="874737" y="794518"/>
                  </a:lnTo>
                  <a:lnTo>
                    <a:pt x="797129" y="872138"/>
                  </a:lnTo>
                  <a:lnTo>
                    <a:pt x="754657" y="889731"/>
                  </a:lnTo>
                  <a:lnTo>
                    <a:pt x="1209836" y="889731"/>
                  </a:lnTo>
                  <a:lnTo>
                    <a:pt x="1209836" y="317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978408" y="7423147"/>
              <a:ext cx="213385" cy="146052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6273800" y="6959600"/>
            <a:ext cx="1217930" cy="1089025"/>
            <a:chOff x="6273800" y="6959600"/>
            <a:chExt cx="1217930" cy="1089025"/>
          </a:xfrm>
        </p:grpSpPr>
        <p:sp>
          <p:nvSpPr>
            <p:cNvPr id="20" name="object 20" descr=""/>
            <p:cNvSpPr/>
            <p:nvPr/>
          </p:nvSpPr>
          <p:spPr>
            <a:xfrm>
              <a:off x="6273800" y="6959600"/>
              <a:ext cx="1217930" cy="1089025"/>
            </a:xfrm>
            <a:custGeom>
              <a:avLst/>
              <a:gdLst/>
              <a:ahLst/>
              <a:cxnLst/>
              <a:rect l="l" t="t" r="r" b="b"/>
              <a:pathLst>
                <a:path w="1217929" h="1089025">
                  <a:moveTo>
                    <a:pt x="849682" y="0"/>
                  </a:moveTo>
                  <a:lnTo>
                    <a:pt x="367901" y="0"/>
                  </a:lnTo>
                  <a:lnTo>
                    <a:pt x="334763" y="4396"/>
                  </a:lnTo>
                  <a:lnTo>
                    <a:pt x="278282" y="37001"/>
                  </a:lnTo>
                  <a:lnTo>
                    <a:pt x="17014" y="480739"/>
                  </a:lnTo>
                  <a:lnTo>
                    <a:pt x="0" y="544239"/>
                  </a:lnTo>
                  <a:lnTo>
                    <a:pt x="4253" y="576844"/>
                  </a:lnTo>
                  <a:lnTo>
                    <a:pt x="257905" y="1024979"/>
                  </a:lnTo>
                  <a:lnTo>
                    <a:pt x="304395" y="1071464"/>
                  </a:lnTo>
                  <a:lnTo>
                    <a:pt x="367901" y="1088479"/>
                  </a:lnTo>
                  <a:lnTo>
                    <a:pt x="849682" y="1088479"/>
                  </a:lnTo>
                  <a:lnTo>
                    <a:pt x="913182" y="1071464"/>
                  </a:lnTo>
                  <a:lnTo>
                    <a:pt x="959666" y="1024979"/>
                  </a:lnTo>
                  <a:lnTo>
                    <a:pt x="1078987" y="818319"/>
                  </a:lnTo>
                  <a:lnTo>
                    <a:pt x="615328" y="818319"/>
                  </a:lnTo>
                  <a:lnTo>
                    <a:pt x="567324" y="814015"/>
                  </a:lnTo>
                  <a:lnTo>
                    <a:pt x="522132" y="801607"/>
                  </a:lnTo>
                  <a:lnTo>
                    <a:pt x="480520" y="781850"/>
                  </a:lnTo>
                  <a:lnTo>
                    <a:pt x="443241" y="755497"/>
                  </a:lnTo>
                  <a:lnTo>
                    <a:pt x="411049" y="723304"/>
                  </a:lnTo>
                  <a:lnTo>
                    <a:pt x="384698" y="686024"/>
                  </a:lnTo>
                  <a:lnTo>
                    <a:pt x="364941" y="644412"/>
                  </a:lnTo>
                  <a:lnTo>
                    <a:pt x="352534" y="599222"/>
                  </a:lnTo>
                  <a:lnTo>
                    <a:pt x="348231" y="551209"/>
                  </a:lnTo>
                  <a:lnTo>
                    <a:pt x="352534" y="503197"/>
                  </a:lnTo>
                  <a:lnTo>
                    <a:pt x="364941" y="458008"/>
                  </a:lnTo>
                  <a:lnTo>
                    <a:pt x="384697" y="416396"/>
                  </a:lnTo>
                  <a:lnTo>
                    <a:pt x="411048" y="379117"/>
                  </a:lnTo>
                  <a:lnTo>
                    <a:pt x="443240" y="346923"/>
                  </a:lnTo>
                  <a:lnTo>
                    <a:pt x="480518" y="320570"/>
                  </a:lnTo>
                  <a:lnTo>
                    <a:pt x="522128" y="300812"/>
                  </a:lnTo>
                  <a:lnTo>
                    <a:pt x="567316" y="288404"/>
                  </a:lnTo>
                  <a:lnTo>
                    <a:pt x="615328" y="284100"/>
                  </a:lnTo>
                  <a:lnTo>
                    <a:pt x="1087035" y="284100"/>
                  </a:lnTo>
                  <a:lnTo>
                    <a:pt x="959666" y="63500"/>
                  </a:lnTo>
                  <a:lnTo>
                    <a:pt x="939291" y="37001"/>
                  </a:lnTo>
                  <a:lnTo>
                    <a:pt x="913182" y="17014"/>
                  </a:lnTo>
                  <a:lnTo>
                    <a:pt x="882819" y="4396"/>
                  </a:lnTo>
                  <a:lnTo>
                    <a:pt x="849682" y="0"/>
                  </a:lnTo>
                  <a:close/>
                </a:path>
                <a:path w="1217929" h="1089025">
                  <a:moveTo>
                    <a:pt x="1087035" y="284100"/>
                  </a:moveTo>
                  <a:lnTo>
                    <a:pt x="615328" y="284100"/>
                  </a:lnTo>
                  <a:lnTo>
                    <a:pt x="663343" y="288404"/>
                  </a:lnTo>
                  <a:lnTo>
                    <a:pt x="708532" y="300812"/>
                  </a:lnTo>
                  <a:lnTo>
                    <a:pt x="750144" y="320570"/>
                  </a:lnTo>
                  <a:lnTo>
                    <a:pt x="787423" y="346923"/>
                  </a:lnTo>
                  <a:lnTo>
                    <a:pt x="819616" y="379117"/>
                  </a:lnTo>
                  <a:lnTo>
                    <a:pt x="845968" y="416396"/>
                  </a:lnTo>
                  <a:lnTo>
                    <a:pt x="865726" y="458008"/>
                  </a:lnTo>
                  <a:lnTo>
                    <a:pt x="878133" y="503197"/>
                  </a:lnTo>
                  <a:lnTo>
                    <a:pt x="882437" y="551209"/>
                  </a:lnTo>
                  <a:lnTo>
                    <a:pt x="878133" y="599222"/>
                  </a:lnTo>
                  <a:lnTo>
                    <a:pt x="865726" y="644412"/>
                  </a:lnTo>
                  <a:lnTo>
                    <a:pt x="845968" y="686024"/>
                  </a:lnTo>
                  <a:lnTo>
                    <a:pt x="819616" y="723304"/>
                  </a:lnTo>
                  <a:lnTo>
                    <a:pt x="787422" y="755497"/>
                  </a:lnTo>
                  <a:lnTo>
                    <a:pt x="750142" y="781850"/>
                  </a:lnTo>
                  <a:lnTo>
                    <a:pt x="708530" y="801607"/>
                  </a:lnTo>
                  <a:lnTo>
                    <a:pt x="663340" y="814015"/>
                  </a:lnTo>
                  <a:lnTo>
                    <a:pt x="615328" y="818319"/>
                  </a:lnTo>
                  <a:lnTo>
                    <a:pt x="1078987" y="818319"/>
                  </a:lnTo>
                  <a:lnTo>
                    <a:pt x="1200570" y="607739"/>
                  </a:lnTo>
                  <a:lnTo>
                    <a:pt x="1213330" y="576844"/>
                  </a:lnTo>
                  <a:lnTo>
                    <a:pt x="1217583" y="544239"/>
                  </a:lnTo>
                  <a:lnTo>
                    <a:pt x="1213330" y="511634"/>
                  </a:lnTo>
                  <a:lnTo>
                    <a:pt x="1200570" y="480739"/>
                  </a:lnTo>
                  <a:lnTo>
                    <a:pt x="1087035" y="284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74708" y="7423147"/>
              <a:ext cx="206956" cy="146052"/>
            </a:xfrm>
            <a:prstGeom prst="rect">
              <a:avLst/>
            </a:prstGeom>
          </p:spPr>
        </p:pic>
      </p:grpSp>
      <p:grpSp>
        <p:nvGrpSpPr>
          <p:cNvPr id="22" name="object 22" descr=""/>
          <p:cNvGrpSpPr/>
          <p:nvPr/>
        </p:nvGrpSpPr>
        <p:grpSpPr>
          <a:xfrm>
            <a:off x="10464800" y="2755900"/>
            <a:ext cx="1217930" cy="1089025"/>
            <a:chOff x="10464800" y="2755900"/>
            <a:chExt cx="1217930" cy="1089025"/>
          </a:xfrm>
        </p:grpSpPr>
        <p:sp>
          <p:nvSpPr>
            <p:cNvPr id="23" name="object 23" descr=""/>
            <p:cNvSpPr/>
            <p:nvPr/>
          </p:nvSpPr>
          <p:spPr>
            <a:xfrm>
              <a:off x="10464800" y="2755900"/>
              <a:ext cx="1217930" cy="1089025"/>
            </a:xfrm>
            <a:custGeom>
              <a:avLst/>
              <a:gdLst/>
              <a:ahLst/>
              <a:cxnLst/>
              <a:rect l="l" t="t" r="r" b="b"/>
              <a:pathLst>
                <a:path w="1217929" h="1089025">
                  <a:moveTo>
                    <a:pt x="849682" y="0"/>
                  </a:moveTo>
                  <a:lnTo>
                    <a:pt x="367901" y="0"/>
                  </a:lnTo>
                  <a:lnTo>
                    <a:pt x="334763" y="4396"/>
                  </a:lnTo>
                  <a:lnTo>
                    <a:pt x="278282" y="37001"/>
                  </a:lnTo>
                  <a:lnTo>
                    <a:pt x="17014" y="480739"/>
                  </a:lnTo>
                  <a:lnTo>
                    <a:pt x="0" y="544239"/>
                  </a:lnTo>
                  <a:lnTo>
                    <a:pt x="4253" y="576844"/>
                  </a:lnTo>
                  <a:lnTo>
                    <a:pt x="257905" y="1024979"/>
                  </a:lnTo>
                  <a:lnTo>
                    <a:pt x="304395" y="1071464"/>
                  </a:lnTo>
                  <a:lnTo>
                    <a:pt x="367901" y="1088479"/>
                  </a:lnTo>
                  <a:lnTo>
                    <a:pt x="849682" y="1088479"/>
                  </a:lnTo>
                  <a:lnTo>
                    <a:pt x="913182" y="1071464"/>
                  </a:lnTo>
                  <a:lnTo>
                    <a:pt x="959666" y="1024979"/>
                  </a:lnTo>
                  <a:lnTo>
                    <a:pt x="1078987" y="818319"/>
                  </a:lnTo>
                  <a:lnTo>
                    <a:pt x="615328" y="818319"/>
                  </a:lnTo>
                  <a:lnTo>
                    <a:pt x="567324" y="814015"/>
                  </a:lnTo>
                  <a:lnTo>
                    <a:pt x="522132" y="801607"/>
                  </a:lnTo>
                  <a:lnTo>
                    <a:pt x="480520" y="781850"/>
                  </a:lnTo>
                  <a:lnTo>
                    <a:pt x="443241" y="755497"/>
                  </a:lnTo>
                  <a:lnTo>
                    <a:pt x="411049" y="723304"/>
                  </a:lnTo>
                  <a:lnTo>
                    <a:pt x="384698" y="686024"/>
                  </a:lnTo>
                  <a:lnTo>
                    <a:pt x="364941" y="644412"/>
                  </a:lnTo>
                  <a:lnTo>
                    <a:pt x="352534" y="599222"/>
                  </a:lnTo>
                  <a:lnTo>
                    <a:pt x="348231" y="551209"/>
                  </a:lnTo>
                  <a:lnTo>
                    <a:pt x="352534" y="503197"/>
                  </a:lnTo>
                  <a:lnTo>
                    <a:pt x="364941" y="458008"/>
                  </a:lnTo>
                  <a:lnTo>
                    <a:pt x="384697" y="416396"/>
                  </a:lnTo>
                  <a:lnTo>
                    <a:pt x="411048" y="379117"/>
                  </a:lnTo>
                  <a:lnTo>
                    <a:pt x="443240" y="346923"/>
                  </a:lnTo>
                  <a:lnTo>
                    <a:pt x="480518" y="320570"/>
                  </a:lnTo>
                  <a:lnTo>
                    <a:pt x="522128" y="300812"/>
                  </a:lnTo>
                  <a:lnTo>
                    <a:pt x="567316" y="288404"/>
                  </a:lnTo>
                  <a:lnTo>
                    <a:pt x="615328" y="284100"/>
                  </a:lnTo>
                  <a:lnTo>
                    <a:pt x="1087035" y="284100"/>
                  </a:lnTo>
                  <a:lnTo>
                    <a:pt x="959666" y="63499"/>
                  </a:lnTo>
                  <a:lnTo>
                    <a:pt x="939291" y="37001"/>
                  </a:lnTo>
                  <a:lnTo>
                    <a:pt x="913182" y="17014"/>
                  </a:lnTo>
                  <a:lnTo>
                    <a:pt x="882819" y="4396"/>
                  </a:lnTo>
                  <a:lnTo>
                    <a:pt x="849682" y="0"/>
                  </a:lnTo>
                  <a:close/>
                </a:path>
                <a:path w="1217929" h="1089025">
                  <a:moveTo>
                    <a:pt x="1087035" y="284100"/>
                  </a:moveTo>
                  <a:lnTo>
                    <a:pt x="615328" y="284100"/>
                  </a:lnTo>
                  <a:lnTo>
                    <a:pt x="663343" y="288404"/>
                  </a:lnTo>
                  <a:lnTo>
                    <a:pt x="708532" y="300812"/>
                  </a:lnTo>
                  <a:lnTo>
                    <a:pt x="750144" y="320570"/>
                  </a:lnTo>
                  <a:lnTo>
                    <a:pt x="787423" y="346923"/>
                  </a:lnTo>
                  <a:lnTo>
                    <a:pt x="819616" y="379117"/>
                  </a:lnTo>
                  <a:lnTo>
                    <a:pt x="845968" y="416396"/>
                  </a:lnTo>
                  <a:lnTo>
                    <a:pt x="865726" y="458008"/>
                  </a:lnTo>
                  <a:lnTo>
                    <a:pt x="878133" y="503197"/>
                  </a:lnTo>
                  <a:lnTo>
                    <a:pt x="882437" y="551209"/>
                  </a:lnTo>
                  <a:lnTo>
                    <a:pt x="878133" y="599222"/>
                  </a:lnTo>
                  <a:lnTo>
                    <a:pt x="865726" y="644412"/>
                  </a:lnTo>
                  <a:lnTo>
                    <a:pt x="845968" y="686024"/>
                  </a:lnTo>
                  <a:lnTo>
                    <a:pt x="819616" y="723304"/>
                  </a:lnTo>
                  <a:lnTo>
                    <a:pt x="787422" y="755497"/>
                  </a:lnTo>
                  <a:lnTo>
                    <a:pt x="750142" y="781850"/>
                  </a:lnTo>
                  <a:lnTo>
                    <a:pt x="708530" y="801607"/>
                  </a:lnTo>
                  <a:lnTo>
                    <a:pt x="663340" y="814015"/>
                  </a:lnTo>
                  <a:lnTo>
                    <a:pt x="615328" y="818319"/>
                  </a:lnTo>
                  <a:lnTo>
                    <a:pt x="1078987" y="818319"/>
                  </a:lnTo>
                  <a:lnTo>
                    <a:pt x="1200570" y="607739"/>
                  </a:lnTo>
                  <a:lnTo>
                    <a:pt x="1213330" y="576844"/>
                  </a:lnTo>
                  <a:lnTo>
                    <a:pt x="1217583" y="544239"/>
                  </a:lnTo>
                  <a:lnTo>
                    <a:pt x="1213330" y="511634"/>
                  </a:lnTo>
                  <a:lnTo>
                    <a:pt x="1200570" y="480739"/>
                  </a:lnTo>
                  <a:lnTo>
                    <a:pt x="1087035" y="284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965708" y="3219447"/>
              <a:ext cx="193174" cy="146052"/>
            </a:xfrm>
            <a:prstGeom prst="rect">
              <a:avLst/>
            </a:prstGeom>
          </p:spPr>
        </p:pic>
      </p:grpSp>
      <p:sp>
        <p:nvSpPr>
          <p:cNvPr id="25" name="object 25" descr=""/>
          <p:cNvSpPr/>
          <p:nvPr/>
        </p:nvSpPr>
        <p:spPr>
          <a:xfrm>
            <a:off x="6788637" y="4063479"/>
            <a:ext cx="189865" cy="2796540"/>
          </a:xfrm>
          <a:custGeom>
            <a:avLst/>
            <a:gdLst/>
            <a:ahLst/>
            <a:cxnLst/>
            <a:rect l="l" t="t" r="r" b="b"/>
            <a:pathLst>
              <a:path w="189865" h="2796540">
                <a:moveTo>
                  <a:pt x="189524" y="2705542"/>
                </a:moveTo>
                <a:lnTo>
                  <a:pt x="189524" y="2697500"/>
                </a:lnTo>
                <a:lnTo>
                  <a:pt x="179605" y="2687581"/>
                </a:lnTo>
                <a:lnTo>
                  <a:pt x="171563" y="2687581"/>
                </a:lnTo>
                <a:lnTo>
                  <a:pt x="94762" y="2764383"/>
                </a:lnTo>
                <a:lnTo>
                  <a:pt x="17960" y="2687581"/>
                </a:lnTo>
                <a:lnTo>
                  <a:pt x="9919" y="2687581"/>
                </a:lnTo>
                <a:lnTo>
                  <a:pt x="0" y="2697500"/>
                </a:lnTo>
                <a:lnTo>
                  <a:pt x="0" y="2705542"/>
                </a:lnTo>
                <a:lnTo>
                  <a:pt x="82062" y="2787604"/>
                </a:lnTo>
                <a:lnTo>
                  <a:pt x="82062" y="2782343"/>
                </a:lnTo>
                <a:lnTo>
                  <a:pt x="107462" y="2782343"/>
                </a:lnTo>
                <a:lnTo>
                  <a:pt x="107462" y="2787604"/>
                </a:lnTo>
                <a:lnTo>
                  <a:pt x="189524" y="2705542"/>
                </a:lnTo>
                <a:close/>
              </a:path>
              <a:path w="189865" h="2796540">
                <a:moveTo>
                  <a:pt x="107462" y="2751683"/>
                </a:moveTo>
                <a:lnTo>
                  <a:pt x="107462" y="0"/>
                </a:lnTo>
                <a:lnTo>
                  <a:pt x="82062" y="0"/>
                </a:lnTo>
                <a:lnTo>
                  <a:pt x="82062" y="2751683"/>
                </a:lnTo>
                <a:lnTo>
                  <a:pt x="94762" y="2764383"/>
                </a:lnTo>
                <a:lnTo>
                  <a:pt x="107462" y="2751683"/>
                </a:lnTo>
                <a:close/>
              </a:path>
              <a:path w="189865" h="2796540">
                <a:moveTo>
                  <a:pt x="107462" y="2787604"/>
                </a:moveTo>
                <a:lnTo>
                  <a:pt x="107462" y="2782343"/>
                </a:lnTo>
                <a:lnTo>
                  <a:pt x="82062" y="2782343"/>
                </a:lnTo>
                <a:lnTo>
                  <a:pt x="82062" y="2787604"/>
                </a:lnTo>
                <a:lnTo>
                  <a:pt x="90741" y="2796283"/>
                </a:lnTo>
                <a:lnTo>
                  <a:pt x="98782" y="2796283"/>
                </a:lnTo>
                <a:lnTo>
                  <a:pt x="107462" y="27876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0865210" y="3986558"/>
            <a:ext cx="189865" cy="2796540"/>
          </a:xfrm>
          <a:custGeom>
            <a:avLst/>
            <a:gdLst/>
            <a:ahLst/>
            <a:cxnLst/>
            <a:rect l="l" t="t" r="r" b="b"/>
            <a:pathLst>
              <a:path w="189865" h="2796540">
                <a:moveTo>
                  <a:pt x="0" y="90741"/>
                </a:moveTo>
                <a:lnTo>
                  <a:pt x="0" y="98782"/>
                </a:lnTo>
                <a:lnTo>
                  <a:pt x="9919" y="108702"/>
                </a:lnTo>
                <a:lnTo>
                  <a:pt x="17960" y="108702"/>
                </a:lnTo>
                <a:lnTo>
                  <a:pt x="94762" y="31900"/>
                </a:lnTo>
                <a:lnTo>
                  <a:pt x="171563" y="108702"/>
                </a:lnTo>
                <a:lnTo>
                  <a:pt x="179605" y="108702"/>
                </a:lnTo>
                <a:lnTo>
                  <a:pt x="189524" y="98782"/>
                </a:lnTo>
                <a:lnTo>
                  <a:pt x="189524" y="90741"/>
                </a:lnTo>
                <a:lnTo>
                  <a:pt x="107462" y="8679"/>
                </a:lnTo>
                <a:lnTo>
                  <a:pt x="107462" y="13939"/>
                </a:lnTo>
                <a:lnTo>
                  <a:pt x="82062" y="13939"/>
                </a:lnTo>
                <a:lnTo>
                  <a:pt x="82062" y="8679"/>
                </a:lnTo>
                <a:lnTo>
                  <a:pt x="0" y="90741"/>
                </a:lnTo>
                <a:close/>
              </a:path>
              <a:path w="189865" h="2796540">
                <a:moveTo>
                  <a:pt x="82062" y="44600"/>
                </a:moveTo>
                <a:lnTo>
                  <a:pt x="82062" y="2796283"/>
                </a:lnTo>
                <a:lnTo>
                  <a:pt x="107462" y="2796283"/>
                </a:lnTo>
                <a:lnTo>
                  <a:pt x="107462" y="44600"/>
                </a:lnTo>
                <a:lnTo>
                  <a:pt x="94762" y="31900"/>
                </a:lnTo>
                <a:lnTo>
                  <a:pt x="82062" y="44600"/>
                </a:lnTo>
                <a:close/>
              </a:path>
              <a:path w="189865" h="2796540">
                <a:moveTo>
                  <a:pt x="82062" y="8679"/>
                </a:moveTo>
                <a:lnTo>
                  <a:pt x="82062" y="13939"/>
                </a:lnTo>
                <a:lnTo>
                  <a:pt x="107462" y="13939"/>
                </a:lnTo>
                <a:lnTo>
                  <a:pt x="107462" y="8679"/>
                </a:lnTo>
                <a:lnTo>
                  <a:pt x="98782" y="0"/>
                </a:lnTo>
                <a:lnTo>
                  <a:pt x="90741" y="0"/>
                </a:lnTo>
                <a:lnTo>
                  <a:pt x="82062" y="86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7594600" y="7410937"/>
            <a:ext cx="2796540" cy="189865"/>
          </a:xfrm>
          <a:custGeom>
            <a:avLst/>
            <a:gdLst/>
            <a:ahLst/>
            <a:cxnLst/>
            <a:rect l="l" t="t" r="r" b="b"/>
            <a:pathLst>
              <a:path w="2796540" h="189865">
                <a:moveTo>
                  <a:pt x="2705542" y="0"/>
                </a:moveTo>
                <a:lnTo>
                  <a:pt x="2697500" y="0"/>
                </a:lnTo>
                <a:lnTo>
                  <a:pt x="2687581" y="9919"/>
                </a:lnTo>
                <a:lnTo>
                  <a:pt x="2687581" y="17960"/>
                </a:lnTo>
                <a:lnTo>
                  <a:pt x="2764383" y="94762"/>
                </a:lnTo>
                <a:lnTo>
                  <a:pt x="2687581" y="171563"/>
                </a:lnTo>
                <a:lnTo>
                  <a:pt x="2687581" y="179605"/>
                </a:lnTo>
                <a:lnTo>
                  <a:pt x="2697500" y="189524"/>
                </a:lnTo>
                <a:lnTo>
                  <a:pt x="2705542" y="189524"/>
                </a:lnTo>
                <a:lnTo>
                  <a:pt x="2787604" y="107462"/>
                </a:lnTo>
                <a:lnTo>
                  <a:pt x="2782343" y="107462"/>
                </a:lnTo>
                <a:lnTo>
                  <a:pt x="2782343" y="82062"/>
                </a:lnTo>
                <a:lnTo>
                  <a:pt x="2787604" y="82062"/>
                </a:lnTo>
                <a:lnTo>
                  <a:pt x="2705542" y="0"/>
                </a:lnTo>
                <a:close/>
              </a:path>
              <a:path w="2796540" h="189865">
                <a:moveTo>
                  <a:pt x="2751683" y="82062"/>
                </a:moveTo>
                <a:lnTo>
                  <a:pt x="0" y="82062"/>
                </a:lnTo>
                <a:lnTo>
                  <a:pt x="0" y="107462"/>
                </a:lnTo>
                <a:lnTo>
                  <a:pt x="2751683" y="107462"/>
                </a:lnTo>
                <a:lnTo>
                  <a:pt x="2764383" y="94762"/>
                </a:lnTo>
                <a:lnTo>
                  <a:pt x="2751683" y="82062"/>
                </a:lnTo>
                <a:close/>
              </a:path>
              <a:path w="2796540" h="189865">
                <a:moveTo>
                  <a:pt x="2787604" y="82062"/>
                </a:moveTo>
                <a:lnTo>
                  <a:pt x="2782343" y="82062"/>
                </a:lnTo>
                <a:lnTo>
                  <a:pt x="2782343" y="107462"/>
                </a:lnTo>
                <a:lnTo>
                  <a:pt x="2787604" y="107462"/>
                </a:lnTo>
                <a:lnTo>
                  <a:pt x="2796283" y="98782"/>
                </a:lnTo>
                <a:lnTo>
                  <a:pt x="2796283" y="90741"/>
                </a:lnTo>
                <a:lnTo>
                  <a:pt x="2787604" y="820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7555258" y="3207237"/>
            <a:ext cx="2796540" cy="189865"/>
          </a:xfrm>
          <a:custGeom>
            <a:avLst/>
            <a:gdLst/>
            <a:ahLst/>
            <a:cxnLst/>
            <a:rect l="l" t="t" r="r" b="b"/>
            <a:pathLst>
              <a:path w="2796540" h="189864">
                <a:moveTo>
                  <a:pt x="90741" y="189524"/>
                </a:moveTo>
                <a:lnTo>
                  <a:pt x="98782" y="189524"/>
                </a:lnTo>
                <a:lnTo>
                  <a:pt x="108702" y="179605"/>
                </a:lnTo>
                <a:lnTo>
                  <a:pt x="108702" y="171563"/>
                </a:lnTo>
                <a:lnTo>
                  <a:pt x="31900" y="94762"/>
                </a:lnTo>
                <a:lnTo>
                  <a:pt x="108702" y="17960"/>
                </a:lnTo>
                <a:lnTo>
                  <a:pt x="108702" y="9919"/>
                </a:lnTo>
                <a:lnTo>
                  <a:pt x="98782" y="0"/>
                </a:lnTo>
                <a:lnTo>
                  <a:pt x="90741" y="0"/>
                </a:lnTo>
                <a:lnTo>
                  <a:pt x="8679" y="82062"/>
                </a:lnTo>
                <a:lnTo>
                  <a:pt x="13939" y="82062"/>
                </a:lnTo>
                <a:lnTo>
                  <a:pt x="13939" y="107462"/>
                </a:lnTo>
                <a:lnTo>
                  <a:pt x="8679" y="107462"/>
                </a:lnTo>
                <a:lnTo>
                  <a:pt x="90741" y="189524"/>
                </a:lnTo>
                <a:close/>
              </a:path>
              <a:path w="2796540" h="189864">
                <a:moveTo>
                  <a:pt x="44600" y="107462"/>
                </a:moveTo>
                <a:lnTo>
                  <a:pt x="2796283" y="107462"/>
                </a:lnTo>
                <a:lnTo>
                  <a:pt x="2796283" y="82062"/>
                </a:lnTo>
                <a:lnTo>
                  <a:pt x="44600" y="82062"/>
                </a:lnTo>
                <a:lnTo>
                  <a:pt x="31900" y="94762"/>
                </a:lnTo>
                <a:lnTo>
                  <a:pt x="44600" y="107462"/>
                </a:lnTo>
                <a:close/>
              </a:path>
              <a:path w="2796540" h="189864">
                <a:moveTo>
                  <a:pt x="8679" y="107462"/>
                </a:moveTo>
                <a:lnTo>
                  <a:pt x="13939" y="107462"/>
                </a:lnTo>
                <a:lnTo>
                  <a:pt x="13939" y="82062"/>
                </a:lnTo>
                <a:lnTo>
                  <a:pt x="8679" y="82062"/>
                </a:lnTo>
                <a:lnTo>
                  <a:pt x="0" y="90741"/>
                </a:lnTo>
                <a:lnTo>
                  <a:pt x="0" y="98782"/>
                </a:lnTo>
                <a:lnTo>
                  <a:pt x="8679" y="1074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object 29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658288" y="5196532"/>
            <a:ext cx="1078585" cy="196039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131988" y="5196532"/>
            <a:ext cx="1078585" cy="196039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435885" y="7086775"/>
            <a:ext cx="987495" cy="198097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435885" y="3518075"/>
            <a:ext cx="987495" cy="198097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55650" y="1221739"/>
            <a:ext cx="10591353" cy="536871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874507" y="8339616"/>
            <a:ext cx="2114712" cy="187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81606" y="1482837"/>
            <a:ext cx="3235325" cy="1149985"/>
          </a:xfrm>
          <a:custGeom>
            <a:avLst/>
            <a:gdLst/>
            <a:ahLst/>
            <a:cxnLst/>
            <a:rect l="l" t="t" r="r" b="b"/>
            <a:pathLst>
              <a:path w="3235325" h="1149985">
                <a:moveTo>
                  <a:pt x="83931" y="3041"/>
                </a:moveTo>
                <a:lnTo>
                  <a:pt x="0" y="3041"/>
                </a:lnTo>
                <a:lnTo>
                  <a:pt x="0" y="434862"/>
                </a:lnTo>
                <a:lnTo>
                  <a:pt x="83931" y="434862"/>
                </a:lnTo>
                <a:lnTo>
                  <a:pt x="83931" y="250577"/>
                </a:lnTo>
                <a:lnTo>
                  <a:pt x="363094" y="250577"/>
                </a:lnTo>
                <a:lnTo>
                  <a:pt x="363094" y="177594"/>
                </a:lnTo>
                <a:lnTo>
                  <a:pt x="83931" y="177594"/>
                </a:lnTo>
                <a:lnTo>
                  <a:pt x="83931" y="3041"/>
                </a:lnTo>
                <a:close/>
              </a:path>
              <a:path w="3235325" h="1149985">
                <a:moveTo>
                  <a:pt x="363094" y="250577"/>
                </a:moveTo>
                <a:lnTo>
                  <a:pt x="279771" y="250577"/>
                </a:lnTo>
                <a:lnTo>
                  <a:pt x="279771" y="434862"/>
                </a:lnTo>
                <a:lnTo>
                  <a:pt x="363094" y="434862"/>
                </a:lnTo>
                <a:lnTo>
                  <a:pt x="363094" y="250577"/>
                </a:lnTo>
                <a:close/>
              </a:path>
              <a:path w="3235325" h="1149985">
                <a:moveTo>
                  <a:pt x="363094" y="3041"/>
                </a:moveTo>
                <a:lnTo>
                  <a:pt x="279771" y="3041"/>
                </a:lnTo>
                <a:lnTo>
                  <a:pt x="279771" y="177594"/>
                </a:lnTo>
                <a:lnTo>
                  <a:pt x="363094" y="177594"/>
                </a:lnTo>
                <a:lnTo>
                  <a:pt x="363094" y="3041"/>
                </a:lnTo>
                <a:close/>
              </a:path>
              <a:path w="3235325" h="1149985">
                <a:moveTo>
                  <a:pt x="655709" y="3041"/>
                </a:moveTo>
                <a:lnTo>
                  <a:pt x="570561" y="3041"/>
                </a:lnTo>
                <a:lnTo>
                  <a:pt x="411213" y="434862"/>
                </a:lnTo>
                <a:lnTo>
                  <a:pt x="497577" y="434862"/>
                </a:lnTo>
                <a:lnTo>
                  <a:pt x="537110" y="327210"/>
                </a:lnTo>
                <a:lnTo>
                  <a:pt x="774876" y="327210"/>
                </a:lnTo>
                <a:lnTo>
                  <a:pt x="753189" y="268215"/>
                </a:lnTo>
                <a:lnTo>
                  <a:pt x="551099" y="268215"/>
                </a:lnTo>
                <a:lnTo>
                  <a:pt x="613135" y="90013"/>
                </a:lnTo>
                <a:lnTo>
                  <a:pt x="687680" y="90013"/>
                </a:lnTo>
                <a:lnTo>
                  <a:pt x="655709" y="3041"/>
                </a:lnTo>
                <a:close/>
              </a:path>
              <a:path w="3235325" h="1149985">
                <a:moveTo>
                  <a:pt x="774876" y="327210"/>
                </a:moveTo>
                <a:lnTo>
                  <a:pt x="687943" y="327210"/>
                </a:lnTo>
                <a:lnTo>
                  <a:pt x="728084" y="434862"/>
                </a:lnTo>
                <a:lnTo>
                  <a:pt x="814449" y="434862"/>
                </a:lnTo>
                <a:lnTo>
                  <a:pt x="774876" y="327210"/>
                </a:lnTo>
                <a:close/>
              </a:path>
              <a:path w="3235325" h="1149985">
                <a:moveTo>
                  <a:pt x="687680" y="90013"/>
                </a:moveTo>
                <a:lnTo>
                  <a:pt x="613135" y="90013"/>
                </a:lnTo>
                <a:lnTo>
                  <a:pt x="672738" y="268215"/>
                </a:lnTo>
                <a:lnTo>
                  <a:pt x="753189" y="268215"/>
                </a:lnTo>
                <a:lnTo>
                  <a:pt x="687680" y="90013"/>
                </a:lnTo>
                <a:close/>
              </a:path>
              <a:path w="3235325" h="1149985">
                <a:moveTo>
                  <a:pt x="928714" y="3041"/>
                </a:moveTo>
                <a:lnTo>
                  <a:pt x="861812" y="3041"/>
                </a:lnTo>
                <a:lnTo>
                  <a:pt x="861812" y="434862"/>
                </a:lnTo>
                <a:lnTo>
                  <a:pt x="945744" y="434862"/>
                </a:lnTo>
                <a:lnTo>
                  <a:pt x="945744" y="157523"/>
                </a:lnTo>
                <a:lnTo>
                  <a:pt x="1049857" y="157523"/>
                </a:lnTo>
                <a:lnTo>
                  <a:pt x="928714" y="3041"/>
                </a:lnTo>
                <a:close/>
              </a:path>
              <a:path w="3235325" h="1149985">
                <a:moveTo>
                  <a:pt x="1049857" y="157523"/>
                </a:moveTo>
                <a:lnTo>
                  <a:pt x="945744" y="157523"/>
                </a:lnTo>
                <a:lnTo>
                  <a:pt x="1165912" y="434862"/>
                </a:lnTo>
                <a:lnTo>
                  <a:pt x="1235854" y="434862"/>
                </a:lnTo>
                <a:lnTo>
                  <a:pt x="1235854" y="287677"/>
                </a:lnTo>
                <a:lnTo>
                  <a:pt x="1151923" y="287677"/>
                </a:lnTo>
                <a:lnTo>
                  <a:pt x="1049857" y="157523"/>
                </a:lnTo>
                <a:close/>
              </a:path>
              <a:path w="3235325" h="1149985">
                <a:moveTo>
                  <a:pt x="1235854" y="3649"/>
                </a:moveTo>
                <a:lnTo>
                  <a:pt x="1151923" y="3649"/>
                </a:lnTo>
                <a:lnTo>
                  <a:pt x="1151923" y="287677"/>
                </a:lnTo>
                <a:lnTo>
                  <a:pt x="1235854" y="287677"/>
                </a:lnTo>
                <a:lnTo>
                  <a:pt x="1235854" y="3649"/>
                </a:lnTo>
                <a:close/>
              </a:path>
              <a:path w="3235325" h="1149985">
                <a:moveTo>
                  <a:pt x="1482598" y="3041"/>
                </a:moveTo>
                <a:lnTo>
                  <a:pt x="1325682" y="3041"/>
                </a:lnTo>
                <a:lnTo>
                  <a:pt x="1325682" y="434862"/>
                </a:lnTo>
                <a:lnTo>
                  <a:pt x="1482598" y="434862"/>
                </a:lnTo>
                <a:lnTo>
                  <a:pt x="1514034" y="433189"/>
                </a:lnTo>
                <a:lnTo>
                  <a:pt x="1570292" y="419809"/>
                </a:lnTo>
                <a:lnTo>
                  <a:pt x="1617770" y="393352"/>
                </a:lnTo>
                <a:lnTo>
                  <a:pt x="1650090" y="361270"/>
                </a:lnTo>
                <a:lnTo>
                  <a:pt x="1409614" y="361270"/>
                </a:lnTo>
                <a:lnTo>
                  <a:pt x="1409614" y="76633"/>
                </a:lnTo>
                <a:lnTo>
                  <a:pt x="1650460" y="76633"/>
                </a:lnTo>
                <a:lnTo>
                  <a:pt x="1642098" y="65989"/>
                </a:lnTo>
                <a:lnTo>
                  <a:pt x="1600588" y="32234"/>
                </a:lnTo>
                <a:lnTo>
                  <a:pt x="1547371" y="10339"/>
                </a:lnTo>
                <a:lnTo>
                  <a:pt x="1516429" y="4865"/>
                </a:lnTo>
                <a:lnTo>
                  <a:pt x="1482598" y="3041"/>
                </a:lnTo>
                <a:close/>
              </a:path>
              <a:path w="3235325" h="1149985">
                <a:moveTo>
                  <a:pt x="1650460" y="76633"/>
                </a:moveTo>
                <a:lnTo>
                  <a:pt x="1482598" y="76633"/>
                </a:lnTo>
                <a:lnTo>
                  <a:pt x="1502212" y="77773"/>
                </a:lnTo>
                <a:lnTo>
                  <a:pt x="1520306" y="81194"/>
                </a:lnTo>
                <a:lnTo>
                  <a:pt x="1565389" y="104610"/>
                </a:lnTo>
                <a:lnTo>
                  <a:pt x="1595723" y="144751"/>
                </a:lnTo>
                <a:lnTo>
                  <a:pt x="1609977" y="198006"/>
                </a:lnTo>
                <a:lnTo>
                  <a:pt x="1610928" y="218343"/>
                </a:lnTo>
                <a:lnTo>
                  <a:pt x="1609977" y="238223"/>
                </a:lnTo>
                <a:lnTo>
                  <a:pt x="1595723" y="291935"/>
                </a:lnTo>
                <a:lnTo>
                  <a:pt x="1565959" y="332760"/>
                </a:lnTo>
                <a:lnTo>
                  <a:pt x="1520762" y="356708"/>
                </a:lnTo>
                <a:lnTo>
                  <a:pt x="1482598" y="361270"/>
                </a:lnTo>
                <a:lnTo>
                  <a:pt x="1650090" y="361270"/>
                </a:lnTo>
                <a:lnTo>
                  <a:pt x="1680756" y="307292"/>
                </a:lnTo>
                <a:lnTo>
                  <a:pt x="1693833" y="250121"/>
                </a:lnTo>
                <a:lnTo>
                  <a:pt x="1695467" y="218343"/>
                </a:lnTo>
                <a:lnTo>
                  <a:pt x="1693985" y="189225"/>
                </a:lnTo>
                <a:lnTo>
                  <a:pt x="1682125" y="135096"/>
                </a:lnTo>
                <a:lnTo>
                  <a:pt x="1658492" y="86896"/>
                </a:lnTo>
                <a:lnTo>
                  <a:pt x="1658405" y="86744"/>
                </a:lnTo>
                <a:lnTo>
                  <a:pt x="1650460" y="76633"/>
                </a:lnTo>
                <a:close/>
              </a:path>
              <a:path w="3235325" h="1149985">
                <a:moveTo>
                  <a:pt x="1844975" y="3041"/>
                </a:moveTo>
                <a:lnTo>
                  <a:pt x="1761043" y="3041"/>
                </a:lnTo>
                <a:lnTo>
                  <a:pt x="1761043" y="434862"/>
                </a:lnTo>
                <a:lnTo>
                  <a:pt x="2065142" y="434862"/>
                </a:lnTo>
                <a:lnTo>
                  <a:pt x="2065142" y="361270"/>
                </a:lnTo>
                <a:lnTo>
                  <a:pt x="1844975" y="361270"/>
                </a:lnTo>
                <a:lnTo>
                  <a:pt x="1844975" y="3041"/>
                </a:lnTo>
                <a:close/>
              </a:path>
              <a:path w="3235325" h="1149985">
                <a:moveTo>
                  <a:pt x="2200153" y="3041"/>
                </a:moveTo>
                <a:lnTo>
                  <a:pt x="2116222" y="3041"/>
                </a:lnTo>
                <a:lnTo>
                  <a:pt x="2116222" y="434862"/>
                </a:lnTo>
                <a:lnTo>
                  <a:pt x="2200153" y="434862"/>
                </a:lnTo>
                <a:lnTo>
                  <a:pt x="2200153" y="3041"/>
                </a:lnTo>
                <a:close/>
              </a:path>
              <a:path w="3235325" h="1149985">
                <a:moveTo>
                  <a:pt x="2357149" y="3041"/>
                </a:moveTo>
                <a:lnTo>
                  <a:pt x="2290247" y="3041"/>
                </a:lnTo>
                <a:lnTo>
                  <a:pt x="2290247" y="434862"/>
                </a:lnTo>
                <a:lnTo>
                  <a:pt x="2374179" y="434862"/>
                </a:lnTo>
                <a:lnTo>
                  <a:pt x="2374179" y="157523"/>
                </a:lnTo>
                <a:lnTo>
                  <a:pt x="2478292" y="157523"/>
                </a:lnTo>
                <a:lnTo>
                  <a:pt x="2357149" y="3041"/>
                </a:lnTo>
                <a:close/>
              </a:path>
              <a:path w="3235325" h="1149985">
                <a:moveTo>
                  <a:pt x="2478292" y="157523"/>
                </a:moveTo>
                <a:lnTo>
                  <a:pt x="2374179" y="157523"/>
                </a:lnTo>
                <a:lnTo>
                  <a:pt x="2594347" y="434862"/>
                </a:lnTo>
                <a:lnTo>
                  <a:pt x="2664289" y="434862"/>
                </a:lnTo>
                <a:lnTo>
                  <a:pt x="2664289" y="287677"/>
                </a:lnTo>
                <a:lnTo>
                  <a:pt x="2580358" y="287677"/>
                </a:lnTo>
                <a:lnTo>
                  <a:pt x="2478292" y="157523"/>
                </a:lnTo>
                <a:close/>
              </a:path>
              <a:path w="3235325" h="1149985">
                <a:moveTo>
                  <a:pt x="2664289" y="3649"/>
                </a:moveTo>
                <a:lnTo>
                  <a:pt x="2580358" y="3649"/>
                </a:lnTo>
                <a:lnTo>
                  <a:pt x="2580358" y="287677"/>
                </a:lnTo>
                <a:lnTo>
                  <a:pt x="2664289" y="287677"/>
                </a:lnTo>
                <a:lnTo>
                  <a:pt x="2664289" y="3649"/>
                </a:lnTo>
                <a:close/>
              </a:path>
              <a:path w="3235325" h="1149985">
                <a:moveTo>
                  <a:pt x="2939010" y="0"/>
                </a:moveTo>
                <a:lnTo>
                  <a:pt x="2895676" y="4257"/>
                </a:lnTo>
                <a:lnTo>
                  <a:pt x="2855687" y="17029"/>
                </a:lnTo>
                <a:lnTo>
                  <a:pt x="2819803" y="37252"/>
                </a:lnTo>
                <a:lnTo>
                  <a:pt x="2788785" y="63860"/>
                </a:lnTo>
                <a:lnTo>
                  <a:pt x="2763393" y="96095"/>
                </a:lnTo>
                <a:lnTo>
                  <a:pt x="2744386" y="133195"/>
                </a:lnTo>
                <a:lnTo>
                  <a:pt x="2732526" y="173488"/>
                </a:lnTo>
                <a:lnTo>
                  <a:pt x="2728738" y="212869"/>
                </a:lnTo>
                <a:lnTo>
                  <a:pt x="2728678" y="218951"/>
                </a:lnTo>
                <a:lnTo>
                  <a:pt x="2729561" y="239516"/>
                </a:lnTo>
                <a:lnTo>
                  <a:pt x="2737468" y="283002"/>
                </a:lnTo>
                <a:lnTo>
                  <a:pt x="2753053" y="322953"/>
                </a:lnTo>
                <a:lnTo>
                  <a:pt x="2774948" y="358228"/>
                </a:lnTo>
                <a:lnTo>
                  <a:pt x="2803001" y="388144"/>
                </a:lnTo>
                <a:lnTo>
                  <a:pt x="2835844" y="411560"/>
                </a:lnTo>
                <a:lnTo>
                  <a:pt x="2872982" y="428323"/>
                </a:lnTo>
                <a:lnTo>
                  <a:pt x="2912819" y="436838"/>
                </a:lnTo>
                <a:lnTo>
                  <a:pt x="2933536" y="437903"/>
                </a:lnTo>
                <a:lnTo>
                  <a:pt x="2968583" y="434253"/>
                </a:lnTo>
                <a:lnTo>
                  <a:pt x="3001350" y="423306"/>
                </a:lnTo>
                <a:lnTo>
                  <a:pt x="3031836" y="405060"/>
                </a:lnTo>
                <a:lnTo>
                  <a:pt x="3053959" y="385024"/>
                </a:lnTo>
                <a:lnTo>
                  <a:pt x="3053959" y="363702"/>
                </a:lnTo>
                <a:lnTo>
                  <a:pt x="2940834" y="363702"/>
                </a:lnTo>
                <a:lnTo>
                  <a:pt x="2927150" y="363018"/>
                </a:lnTo>
                <a:lnTo>
                  <a:pt x="2889746" y="352755"/>
                </a:lnTo>
                <a:lnTo>
                  <a:pt x="2858157" y="330974"/>
                </a:lnTo>
                <a:lnTo>
                  <a:pt x="2833791" y="300602"/>
                </a:lnTo>
                <a:lnTo>
                  <a:pt x="2818244" y="262741"/>
                </a:lnTo>
                <a:lnTo>
                  <a:pt x="2813113" y="218951"/>
                </a:lnTo>
                <a:lnTo>
                  <a:pt x="2813645" y="204544"/>
                </a:lnTo>
                <a:lnTo>
                  <a:pt x="2821628" y="163605"/>
                </a:lnTo>
                <a:lnTo>
                  <a:pt x="2839417" y="127797"/>
                </a:lnTo>
                <a:lnTo>
                  <a:pt x="2865114" y="99440"/>
                </a:lnTo>
                <a:lnTo>
                  <a:pt x="2909816" y="77089"/>
                </a:lnTo>
                <a:lnTo>
                  <a:pt x="2935969" y="74200"/>
                </a:lnTo>
                <a:lnTo>
                  <a:pt x="3096474" y="74200"/>
                </a:lnTo>
                <a:lnTo>
                  <a:pt x="3096381" y="74048"/>
                </a:lnTo>
                <a:lnTo>
                  <a:pt x="3063538" y="39989"/>
                </a:lnTo>
                <a:lnTo>
                  <a:pt x="3020318" y="14710"/>
                </a:lnTo>
                <a:lnTo>
                  <a:pt x="2968317" y="1634"/>
                </a:lnTo>
                <a:lnTo>
                  <a:pt x="2939010" y="0"/>
                </a:lnTo>
                <a:close/>
              </a:path>
              <a:path w="3235325" h="1149985">
                <a:moveTo>
                  <a:pt x="3123294" y="296800"/>
                </a:moveTo>
                <a:lnTo>
                  <a:pt x="3060041" y="296800"/>
                </a:lnTo>
                <a:lnTo>
                  <a:pt x="3060041" y="379515"/>
                </a:lnTo>
                <a:lnTo>
                  <a:pt x="3053959" y="385024"/>
                </a:lnTo>
                <a:lnTo>
                  <a:pt x="3053959" y="434862"/>
                </a:lnTo>
                <a:lnTo>
                  <a:pt x="3123294" y="434862"/>
                </a:lnTo>
                <a:lnTo>
                  <a:pt x="3123294" y="296800"/>
                </a:lnTo>
                <a:close/>
              </a:path>
              <a:path w="3235325" h="1149985">
                <a:moveTo>
                  <a:pt x="3060041" y="296800"/>
                </a:moveTo>
                <a:lnTo>
                  <a:pt x="3053959" y="303835"/>
                </a:lnTo>
                <a:lnTo>
                  <a:pt x="3053959" y="385024"/>
                </a:lnTo>
                <a:lnTo>
                  <a:pt x="3060041" y="379515"/>
                </a:lnTo>
                <a:lnTo>
                  <a:pt x="3060041" y="296800"/>
                </a:lnTo>
                <a:close/>
              </a:path>
              <a:path w="3235325" h="1149985">
                <a:moveTo>
                  <a:pt x="3053959" y="303835"/>
                </a:moveTo>
                <a:lnTo>
                  <a:pt x="3018418" y="337170"/>
                </a:lnTo>
                <a:lnTo>
                  <a:pt x="2972917" y="359445"/>
                </a:lnTo>
                <a:lnTo>
                  <a:pt x="2940834" y="363702"/>
                </a:lnTo>
                <a:lnTo>
                  <a:pt x="3053959" y="363702"/>
                </a:lnTo>
                <a:lnTo>
                  <a:pt x="3053959" y="303835"/>
                </a:lnTo>
                <a:close/>
              </a:path>
              <a:path w="3235325" h="1149985">
                <a:moveTo>
                  <a:pt x="3123294" y="212869"/>
                </a:moveTo>
                <a:lnTo>
                  <a:pt x="2966987" y="212869"/>
                </a:lnTo>
                <a:lnTo>
                  <a:pt x="2966987" y="274297"/>
                </a:lnTo>
                <a:lnTo>
                  <a:pt x="3053959" y="274297"/>
                </a:lnTo>
                <a:lnTo>
                  <a:pt x="3053959" y="303835"/>
                </a:lnTo>
                <a:lnTo>
                  <a:pt x="3060041" y="296800"/>
                </a:lnTo>
                <a:lnTo>
                  <a:pt x="3123294" y="296800"/>
                </a:lnTo>
                <a:lnTo>
                  <a:pt x="3123294" y="212869"/>
                </a:lnTo>
                <a:close/>
              </a:path>
              <a:path w="3235325" h="1149985">
                <a:moveTo>
                  <a:pt x="3096474" y="74200"/>
                </a:moveTo>
                <a:lnTo>
                  <a:pt x="2935969" y="74200"/>
                </a:lnTo>
                <a:lnTo>
                  <a:pt x="2952960" y="75264"/>
                </a:lnTo>
                <a:lnTo>
                  <a:pt x="2969268" y="78457"/>
                </a:lnTo>
                <a:lnTo>
                  <a:pt x="3013894" y="100694"/>
                </a:lnTo>
                <a:lnTo>
                  <a:pt x="3046053" y="140493"/>
                </a:lnTo>
                <a:lnTo>
                  <a:pt x="3108697" y="94270"/>
                </a:lnTo>
                <a:lnTo>
                  <a:pt x="3096474" y="74200"/>
                </a:lnTo>
                <a:close/>
              </a:path>
              <a:path w="3235325" h="1149985">
                <a:moveTo>
                  <a:pt x="156915" y="714241"/>
                </a:moveTo>
                <a:lnTo>
                  <a:pt x="0" y="714241"/>
                </a:lnTo>
                <a:lnTo>
                  <a:pt x="0" y="1146062"/>
                </a:lnTo>
                <a:lnTo>
                  <a:pt x="156915" y="1146062"/>
                </a:lnTo>
                <a:lnTo>
                  <a:pt x="188351" y="1144389"/>
                </a:lnTo>
                <a:lnTo>
                  <a:pt x="244609" y="1131009"/>
                </a:lnTo>
                <a:lnTo>
                  <a:pt x="292087" y="1104552"/>
                </a:lnTo>
                <a:lnTo>
                  <a:pt x="324407" y="1072470"/>
                </a:lnTo>
                <a:lnTo>
                  <a:pt x="83931" y="1072470"/>
                </a:lnTo>
                <a:lnTo>
                  <a:pt x="83931" y="787833"/>
                </a:lnTo>
                <a:lnTo>
                  <a:pt x="324778" y="787833"/>
                </a:lnTo>
                <a:lnTo>
                  <a:pt x="316415" y="777189"/>
                </a:lnTo>
                <a:lnTo>
                  <a:pt x="274905" y="743434"/>
                </a:lnTo>
                <a:lnTo>
                  <a:pt x="221688" y="721539"/>
                </a:lnTo>
                <a:lnTo>
                  <a:pt x="190746" y="716065"/>
                </a:lnTo>
                <a:lnTo>
                  <a:pt x="156915" y="714241"/>
                </a:lnTo>
                <a:close/>
              </a:path>
              <a:path w="3235325" h="1149985">
                <a:moveTo>
                  <a:pt x="324778" y="787833"/>
                </a:moveTo>
                <a:lnTo>
                  <a:pt x="156915" y="787833"/>
                </a:lnTo>
                <a:lnTo>
                  <a:pt x="176529" y="788973"/>
                </a:lnTo>
                <a:lnTo>
                  <a:pt x="194623" y="792394"/>
                </a:lnTo>
                <a:lnTo>
                  <a:pt x="239706" y="815810"/>
                </a:lnTo>
                <a:lnTo>
                  <a:pt x="270040" y="855951"/>
                </a:lnTo>
                <a:lnTo>
                  <a:pt x="284294" y="909206"/>
                </a:lnTo>
                <a:lnTo>
                  <a:pt x="285245" y="929543"/>
                </a:lnTo>
                <a:lnTo>
                  <a:pt x="284294" y="949423"/>
                </a:lnTo>
                <a:lnTo>
                  <a:pt x="270040" y="1003135"/>
                </a:lnTo>
                <a:lnTo>
                  <a:pt x="240276" y="1043960"/>
                </a:lnTo>
                <a:lnTo>
                  <a:pt x="195079" y="1067908"/>
                </a:lnTo>
                <a:lnTo>
                  <a:pt x="156915" y="1072470"/>
                </a:lnTo>
                <a:lnTo>
                  <a:pt x="324407" y="1072470"/>
                </a:lnTo>
                <a:lnTo>
                  <a:pt x="355073" y="1018492"/>
                </a:lnTo>
                <a:lnTo>
                  <a:pt x="368150" y="961321"/>
                </a:lnTo>
                <a:lnTo>
                  <a:pt x="369784" y="929543"/>
                </a:lnTo>
                <a:lnTo>
                  <a:pt x="368302" y="900425"/>
                </a:lnTo>
                <a:lnTo>
                  <a:pt x="356442" y="846296"/>
                </a:lnTo>
                <a:lnTo>
                  <a:pt x="332809" y="798096"/>
                </a:lnTo>
                <a:lnTo>
                  <a:pt x="332722" y="797944"/>
                </a:lnTo>
                <a:lnTo>
                  <a:pt x="324778" y="787833"/>
                </a:lnTo>
                <a:close/>
              </a:path>
              <a:path w="3235325" h="1149985">
                <a:moveTo>
                  <a:pt x="729729" y="714241"/>
                </a:moveTo>
                <a:lnTo>
                  <a:pt x="435360" y="714241"/>
                </a:lnTo>
                <a:lnTo>
                  <a:pt x="435360" y="1146062"/>
                </a:lnTo>
                <a:lnTo>
                  <a:pt x="735202" y="1146062"/>
                </a:lnTo>
                <a:lnTo>
                  <a:pt x="735202" y="1072470"/>
                </a:lnTo>
                <a:lnTo>
                  <a:pt x="519292" y="1072470"/>
                </a:lnTo>
                <a:lnTo>
                  <a:pt x="519292" y="959953"/>
                </a:lnTo>
                <a:lnTo>
                  <a:pt x="701143" y="959953"/>
                </a:lnTo>
                <a:lnTo>
                  <a:pt x="701143" y="891835"/>
                </a:lnTo>
                <a:lnTo>
                  <a:pt x="519292" y="891835"/>
                </a:lnTo>
                <a:lnTo>
                  <a:pt x="519292" y="787833"/>
                </a:lnTo>
                <a:lnTo>
                  <a:pt x="729729" y="787833"/>
                </a:lnTo>
                <a:lnTo>
                  <a:pt x="729729" y="714241"/>
                </a:lnTo>
                <a:close/>
              </a:path>
              <a:path w="3235325" h="1149985">
                <a:moveTo>
                  <a:pt x="1003166" y="714241"/>
                </a:moveTo>
                <a:lnTo>
                  <a:pt x="918018" y="714241"/>
                </a:lnTo>
                <a:lnTo>
                  <a:pt x="758670" y="1146062"/>
                </a:lnTo>
                <a:lnTo>
                  <a:pt x="845034" y="1146062"/>
                </a:lnTo>
                <a:lnTo>
                  <a:pt x="884567" y="1038410"/>
                </a:lnTo>
                <a:lnTo>
                  <a:pt x="1122333" y="1038410"/>
                </a:lnTo>
                <a:lnTo>
                  <a:pt x="1100646" y="979415"/>
                </a:lnTo>
                <a:lnTo>
                  <a:pt x="898556" y="979415"/>
                </a:lnTo>
                <a:lnTo>
                  <a:pt x="960592" y="801213"/>
                </a:lnTo>
                <a:lnTo>
                  <a:pt x="1035138" y="801213"/>
                </a:lnTo>
                <a:lnTo>
                  <a:pt x="1003166" y="714241"/>
                </a:lnTo>
                <a:close/>
              </a:path>
              <a:path w="3235325" h="1149985">
                <a:moveTo>
                  <a:pt x="1122333" y="1038410"/>
                </a:moveTo>
                <a:lnTo>
                  <a:pt x="1035401" y="1038410"/>
                </a:lnTo>
                <a:lnTo>
                  <a:pt x="1075542" y="1146062"/>
                </a:lnTo>
                <a:lnTo>
                  <a:pt x="1161906" y="1146062"/>
                </a:lnTo>
                <a:lnTo>
                  <a:pt x="1122333" y="1038410"/>
                </a:lnTo>
                <a:close/>
              </a:path>
              <a:path w="3235325" h="1149985">
                <a:moveTo>
                  <a:pt x="1035138" y="801213"/>
                </a:moveTo>
                <a:lnTo>
                  <a:pt x="960592" y="801213"/>
                </a:lnTo>
                <a:lnTo>
                  <a:pt x="1020196" y="979415"/>
                </a:lnTo>
                <a:lnTo>
                  <a:pt x="1100646" y="979415"/>
                </a:lnTo>
                <a:lnTo>
                  <a:pt x="1035138" y="801213"/>
                </a:lnTo>
                <a:close/>
              </a:path>
              <a:path w="3235325" h="1149985">
                <a:moveTo>
                  <a:pt x="1366185" y="714241"/>
                </a:moveTo>
                <a:lnTo>
                  <a:pt x="1209269" y="714241"/>
                </a:lnTo>
                <a:lnTo>
                  <a:pt x="1209269" y="1146062"/>
                </a:lnTo>
                <a:lnTo>
                  <a:pt x="1366185" y="1146062"/>
                </a:lnTo>
                <a:lnTo>
                  <a:pt x="1397621" y="1144389"/>
                </a:lnTo>
                <a:lnTo>
                  <a:pt x="1453879" y="1131009"/>
                </a:lnTo>
                <a:lnTo>
                  <a:pt x="1501357" y="1104552"/>
                </a:lnTo>
                <a:lnTo>
                  <a:pt x="1533677" y="1072470"/>
                </a:lnTo>
                <a:lnTo>
                  <a:pt x="1293201" y="1072470"/>
                </a:lnTo>
                <a:lnTo>
                  <a:pt x="1293201" y="787833"/>
                </a:lnTo>
                <a:lnTo>
                  <a:pt x="1534047" y="787833"/>
                </a:lnTo>
                <a:lnTo>
                  <a:pt x="1525685" y="777189"/>
                </a:lnTo>
                <a:lnTo>
                  <a:pt x="1484175" y="743434"/>
                </a:lnTo>
                <a:lnTo>
                  <a:pt x="1430958" y="721539"/>
                </a:lnTo>
                <a:lnTo>
                  <a:pt x="1400016" y="716065"/>
                </a:lnTo>
                <a:lnTo>
                  <a:pt x="1366185" y="714241"/>
                </a:lnTo>
                <a:close/>
              </a:path>
              <a:path w="3235325" h="1149985">
                <a:moveTo>
                  <a:pt x="1534047" y="787833"/>
                </a:moveTo>
                <a:lnTo>
                  <a:pt x="1366185" y="787833"/>
                </a:lnTo>
                <a:lnTo>
                  <a:pt x="1385799" y="788973"/>
                </a:lnTo>
                <a:lnTo>
                  <a:pt x="1403893" y="792394"/>
                </a:lnTo>
                <a:lnTo>
                  <a:pt x="1448976" y="815810"/>
                </a:lnTo>
                <a:lnTo>
                  <a:pt x="1479309" y="855951"/>
                </a:lnTo>
                <a:lnTo>
                  <a:pt x="1493564" y="909206"/>
                </a:lnTo>
                <a:lnTo>
                  <a:pt x="1494514" y="929543"/>
                </a:lnTo>
                <a:lnTo>
                  <a:pt x="1493564" y="949423"/>
                </a:lnTo>
                <a:lnTo>
                  <a:pt x="1479309" y="1003135"/>
                </a:lnTo>
                <a:lnTo>
                  <a:pt x="1449546" y="1043960"/>
                </a:lnTo>
                <a:lnTo>
                  <a:pt x="1404349" y="1067908"/>
                </a:lnTo>
                <a:lnTo>
                  <a:pt x="1366185" y="1072470"/>
                </a:lnTo>
                <a:lnTo>
                  <a:pt x="1533677" y="1072470"/>
                </a:lnTo>
                <a:lnTo>
                  <a:pt x="1564343" y="1018492"/>
                </a:lnTo>
                <a:lnTo>
                  <a:pt x="1577420" y="961321"/>
                </a:lnTo>
                <a:lnTo>
                  <a:pt x="1579054" y="929543"/>
                </a:lnTo>
                <a:lnTo>
                  <a:pt x="1577572" y="900425"/>
                </a:lnTo>
                <a:lnTo>
                  <a:pt x="1573124" y="872676"/>
                </a:lnTo>
                <a:lnTo>
                  <a:pt x="1565712" y="846296"/>
                </a:lnTo>
                <a:lnTo>
                  <a:pt x="1555334" y="821283"/>
                </a:lnTo>
                <a:lnTo>
                  <a:pt x="1542079" y="798096"/>
                </a:lnTo>
                <a:lnTo>
                  <a:pt x="1541992" y="797944"/>
                </a:lnTo>
                <a:lnTo>
                  <a:pt x="1534047" y="787833"/>
                </a:lnTo>
                <a:close/>
              </a:path>
              <a:path w="3235325" h="1149985">
                <a:moveTo>
                  <a:pt x="1728561" y="714241"/>
                </a:moveTo>
                <a:lnTo>
                  <a:pt x="1644630" y="714241"/>
                </a:lnTo>
                <a:lnTo>
                  <a:pt x="1644630" y="1146062"/>
                </a:lnTo>
                <a:lnTo>
                  <a:pt x="1948729" y="1146062"/>
                </a:lnTo>
                <a:lnTo>
                  <a:pt x="1948729" y="1072470"/>
                </a:lnTo>
                <a:lnTo>
                  <a:pt x="1728561" y="1072470"/>
                </a:lnTo>
                <a:lnTo>
                  <a:pt x="1728561" y="714241"/>
                </a:lnTo>
                <a:close/>
              </a:path>
              <a:path w="3235325" h="1149985">
                <a:moveTo>
                  <a:pt x="2176414" y="711200"/>
                </a:moveTo>
                <a:lnTo>
                  <a:pt x="2153004" y="712378"/>
                </a:lnTo>
                <a:lnTo>
                  <a:pt x="2153517" y="712378"/>
                </a:lnTo>
                <a:lnTo>
                  <a:pt x="2132016" y="715761"/>
                </a:lnTo>
                <a:lnTo>
                  <a:pt x="2091266" y="729445"/>
                </a:lnTo>
                <a:lnTo>
                  <a:pt x="2055383" y="750428"/>
                </a:lnTo>
                <a:lnTo>
                  <a:pt x="2024365" y="778101"/>
                </a:lnTo>
                <a:lnTo>
                  <a:pt x="1999277" y="810792"/>
                </a:lnTo>
                <a:lnTo>
                  <a:pt x="1979966" y="848044"/>
                </a:lnTo>
                <a:lnTo>
                  <a:pt x="1968106" y="888033"/>
                </a:lnTo>
                <a:lnTo>
                  <a:pt x="1964153" y="930151"/>
                </a:lnTo>
                <a:lnTo>
                  <a:pt x="1965103" y="950716"/>
                </a:lnTo>
                <a:lnTo>
                  <a:pt x="1972706" y="991161"/>
                </a:lnTo>
                <a:lnTo>
                  <a:pt x="1987721" y="1030048"/>
                </a:lnTo>
                <a:lnTo>
                  <a:pt x="2009008" y="1065323"/>
                </a:lnTo>
                <a:lnTo>
                  <a:pt x="2036567" y="1096303"/>
                </a:lnTo>
                <a:lnTo>
                  <a:pt x="2069714" y="1120935"/>
                </a:lnTo>
                <a:lnTo>
                  <a:pt x="2108220" y="1138839"/>
                </a:lnTo>
                <a:lnTo>
                  <a:pt x="2151648" y="1148000"/>
                </a:lnTo>
                <a:lnTo>
                  <a:pt x="2152175" y="1148000"/>
                </a:lnTo>
                <a:lnTo>
                  <a:pt x="2174590" y="1149103"/>
                </a:lnTo>
                <a:lnTo>
                  <a:pt x="2218380" y="1144693"/>
                </a:lnTo>
                <a:lnTo>
                  <a:pt x="2258521" y="1131465"/>
                </a:lnTo>
                <a:lnTo>
                  <a:pt x="2294709" y="1110634"/>
                </a:lnTo>
                <a:lnTo>
                  <a:pt x="2325423" y="1083417"/>
                </a:lnTo>
                <a:lnTo>
                  <a:pt x="2332603" y="1074902"/>
                </a:lnTo>
                <a:lnTo>
                  <a:pt x="2175198" y="1074902"/>
                </a:lnTo>
                <a:lnTo>
                  <a:pt x="2160677" y="1074180"/>
                </a:lnTo>
                <a:lnTo>
                  <a:pt x="2121676" y="1063347"/>
                </a:lnTo>
                <a:lnTo>
                  <a:pt x="2090772" y="1040653"/>
                </a:lnTo>
                <a:lnTo>
                  <a:pt x="2068155" y="1009065"/>
                </a:lnTo>
                <a:lnTo>
                  <a:pt x="2054090" y="971090"/>
                </a:lnTo>
                <a:lnTo>
                  <a:pt x="2049347" y="931367"/>
                </a:lnTo>
                <a:lnTo>
                  <a:pt x="2049301" y="930151"/>
                </a:lnTo>
                <a:lnTo>
                  <a:pt x="2053748" y="890694"/>
                </a:lnTo>
                <a:lnTo>
                  <a:pt x="2067547" y="853518"/>
                </a:lnTo>
                <a:lnTo>
                  <a:pt x="2089898" y="821816"/>
                </a:lnTo>
                <a:lnTo>
                  <a:pt x="2120460" y="798780"/>
                </a:lnTo>
                <a:lnTo>
                  <a:pt x="2160145" y="786806"/>
                </a:lnTo>
                <a:lnTo>
                  <a:pt x="2175198" y="786008"/>
                </a:lnTo>
                <a:lnTo>
                  <a:pt x="2332204" y="786008"/>
                </a:lnTo>
                <a:lnTo>
                  <a:pt x="2327856" y="780534"/>
                </a:lnTo>
                <a:lnTo>
                  <a:pt x="2297598" y="752101"/>
                </a:lnTo>
                <a:lnTo>
                  <a:pt x="2261562" y="730054"/>
                </a:lnTo>
                <a:lnTo>
                  <a:pt x="2221117" y="715913"/>
                </a:lnTo>
                <a:lnTo>
                  <a:pt x="2199298" y="712378"/>
                </a:lnTo>
                <a:lnTo>
                  <a:pt x="2176414" y="711200"/>
                </a:lnTo>
                <a:close/>
              </a:path>
              <a:path w="3235325" h="1149985">
                <a:moveTo>
                  <a:pt x="2332204" y="786008"/>
                </a:moveTo>
                <a:lnTo>
                  <a:pt x="2175198" y="786008"/>
                </a:lnTo>
                <a:lnTo>
                  <a:pt x="2190125" y="786806"/>
                </a:lnTo>
                <a:lnTo>
                  <a:pt x="2189639" y="786806"/>
                </a:lnTo>
                <a:lnTo>
                  <a:pt x="2227503" y="798172"/>
                </a:lnTo>
                <a:lnTo>
                  <a:pt x="2258635" y="820637"/>
                </a:lnTo>
                <a:lnTo>
                  <a:pt x="2281481" y="851997"/>
                </a:lnTo>
                <a:lnTo>
                  <a:pt x="2295963" y="889554"/>
                </a:lnTo>
                <a:lnTo>
                  <a:pt x="2301095" y="930151"/>
                </a:lnTo>
                <a:lnTo>
                  <a:pt x="2300563" y="943227"/>
                </a:lnTo>
                <a:lnTo>
                  <a:pt x="2292580" y="982456"/>
                </a:lnTo>
                <a:lnTo>
                  <a:pt x="2276273" y="1018378"/>
                </a:lnTo>
                <a:lnTo>
                  <a:pt x="2251071" y="1047989"/>
                </a:lnTo>
                <a:lnTo>
                  <a:pt x="2217050" y="1068060"/>
                </a:lnTo>
                <a:lnTo>
                  <a:pt x="2189752" y="1074180"/>
                </a:lnTo>
                <a:lnTo>
                  <a:pt x="2189245" y="1074180"/>
                </a:lnTo>
                <a:lnTo>
                  <a:pt x="2175198" y="1074902"/>
                </a:lnTo>
                <a:lnTo>
                  <a:pt x="2332603" y="1074902"/>
                </a:lnTo>
                <a:lnTo>
                  <a:pt x="2338917" y="1067414"/>
                </a:lnTo>
                <a:lnTo>
                  <a:pt x="2361117" y="1032442"/>
                </a:lnTo>
                <a:lnTo>
                  <a:pt x="2376740" y="993518"/>
                </a:lnTo>
                <a:lnTo>
                  <a:pt x="2384646" y="952464"/>
                </a:lnTo>
                <a:lnTo>
                  <a:pt x="2385635" y="931367"/>
                </a:lnTo>
                <a:lnTo>
                  <a:pt x="2384684" y="910841"/>
                </a:lnTo>
                <a:lnTo>
                  <a:pt x="2377082" y="870700"/>
                </a:lnTo>
                <a:lnTo>
                  <a:pt x="2362067" y="832079"/>
                </a:lnTo>
                <a:lnTo>
                  <a:pt x="2340780" y="796803"/>
                </a:lnTo>
                <a:lnTo>
                  <a:pt x="2332204" y="786008"/>
                </a:lnTo>
                <a:close/>
              </a:path>
              <a:path w="3235325" h="1149985">
                <a:moveTo>
                  <a:pt x="2636735" y="711808"/>
                </a:moveTo>
                <a:lnTo>
                  <a:pt x="2588992" y="716521"/>
                </a:lnTo>
                <a:lnTo>
                  <a:pt x="2546722" y="730662"/>
                </a:lnTo>
                <a:lnTo>
                  <a:pt x="2510230" y="752253"/>
                </a:lnTo>
                <a:lnTo>
                  <a:pt x="2479820" y="780534"/>
                </a:lnTo>
                <a:lnTo>
                  <a:pt x="2455644" y="813377"/>
                </a:lnTo>
                <a:lnTo>
                  <a:pt x="2437854" y="849869"/>
                </a:lnTo>
                <a:lnTo>
                  <a:pt x="2427363" y="888033"/>
                </a:lnTo>
                <a:lnTo>
                  <a:pt x="2423866" y="927110"/>
                </a:lnTo>
                <a:lnTo>
                  <a:pt x="2424816" y="947447"/>
                </a:lnTo>
                <a:lnTo>
                  <a:pt x="2432418" y="987892"/>
                </a:lnTo>
                <a:lnTo>
                  <a:pt x="2447699" y="1027311"/>
                </a:lnTo>
                <a:lnTo>
                  <a:pt x="2469290" y="1063194"/>
                </a:lnTo>
                <a:lnTo>
                  <a:pt x="2496887" y="1094821"/>
                </a:lnTo>
                <a:lnTo>
                  <a:pt x="2530034" y="1120365"/>
                </a:lnTo>
                <a:lnTo>
                  <a:pt x="2568199" y="1139105"/>
                </a:lnTo>
                <a:lnTo>
                  <a:pt x="2610469" y="1148532"/>
                </a:lnTo>
                <a:lnTo>
                  <a:pt x="2633086" y="1149711"/>
                </a:lnTo>
                <a:lnTo>
                  <a:pt x="2650762" y="1148988"/>
                </a:lnTo>
                <a:lnTo>
                  <a:pt x="2704245" y="1138155"/>
                </a:lnTo>
                <a:lnTo>
                  <a:pt x="2753965" y="1114663"/>
                </a:lnTo>
                <a:lnTo>
                  <a:pt x="2793802" y="1079160"/>
                </a:lnTo>
                <a:lnTo>
                  <a:pt x="2796219" y="1075511"/>
                </a:lnTo>
                <a:lnTo>
                  <a:pt x="2635519" y="1075511"/>
                </a:lnTo>
                <a:lnTo>
                  <a:pt x="2621796" y="1074788"/>
                </a:lnTo>
                <a:lnTo>
                  <a:pt x="2583822" y="1063955"/>
                </a:lnTo>
                <a:lnTo>
                  <a:pt x="2552576" y="1041261"/>
                </a:lnTo>
                <a:lnTo>
                  <a:pt x="2529175" y="1009825"/>
                </a:lnTo>
                <a:lnTo>
                  <a:pt x="2514145" y="971395"/>
                </a:lnTo>
                <a:lnTo>
                  <a:pt x="2509013" y="929543"/>
                </a:lnTo>
                <a:lnTo>
                  <a:pt x="2509470" y="916771"/>
                </a:lnTo>
                <a:lnTo>
                  <a:pt x="2516312" y="878454"/>
                </a:lnTo>
                <a:lnTo>
                  <a:pt x="2532619" y="842875"/>
                </a:lnTo>
                <a:lnTo>
                  <a:pt x="2557669" y="813529"/>
                </a:lnTo>
                <a:lnTo>
                  <a:pt x="2591310" y="793192"/>
                </a:lnTo>
                <a:lnTo>
                  <a:pt x="2632842" y="786084"/>
                </a:lnTo>
                <a:lnTo>
                  <a:pt x="2792548" y="786084"/>
                </a:lnTo>
                <a:lnTo>
                  <a:pt x="2777685" y="768066"/>
                </a:lnTo>
                <a:lnTo>
                  <a:pt x="2739521" y="737960"/>
                </a:lnTo>
                <a:lnTo>
                  <a:pt x="2692233" y="718346"/>
                </a:lnTo>
                <a:lnTo>
                  <a:pt x="2665511" y="713442"/>
                </a:lnTo>
                <a:lnTo>
                  <a:pt x="2636735" y="711808"/>
                </a:lnTo>
                <a:close/>
              </a:path>
              <a:path w="3235325" h="1149985">
                <a:moveTo>
                  <a:pt x="2741954" y="1009825"/>
                </a:moveTo>
                <a:lnTo>
                  <a:pt x="2714585" y="1047533"/>
                </a:lnTo>
                <a:lnTo>
                  <a:pt x="2676268" y="1068820"/>
                </a:lnTo>
                <a:lnTo>
                  <a:pt x="2635519" y="1075511"/>
                </a:lnTo>
                <a:lnTo>
                  <a:pt x="2796219" y="1075511"/>
                </a:lnTo>
                <a:lnTo>
                  <a:pt x="2803192" y="1064981"/>
                </a:lnTo>
                <a:lnTo>
                  <a:pt x="2803704" y="1063955"/>
                </a:lnTo>
                <a:lnTo>
                  <a:pt x="2810680" y="1049358"/>
                </a:lnTo>
                <a:lnTo>
                  <a:pt x="2741954" y="1009825"/>
                </a:lnTo>
                <a:close/>
              </a:path>
              <a:path w="3235325" h="1149985">
                <a:moveTo>
                  <a:pt x="2792548" y="786084"/>
                </a:moveTo>
                <a:lnTo>
                  <a:pt x="2636258" y="786084"/>
                </a:lnTo>
                <a:lnTo>
                  <a:pt x="2644072" y="786388"/>
                </a:lnTo>
                <a:lnTo>
                  <a:pt x="2653917" y="787528"/>
                </a:lnTo>
                <a:lnTo>
                  <a:pt x="2693298" y="799844"/>
                </a:lnTo>
                <a:lnTo>
                  <a:pt x="2727509" y="828734"/>
                </a:lnTo>
                <a:lnTo>
                  <a:pt x="2740129" y="850477"/>
                </a:lnTo>
                <a:lnTo>
                  <a:pt x="2804598" y="806078"/>
                </a:lnTo>
                <a:lnTo>
                  <a:pt x="2792548" y="786084"/>
                </a:lnTo>
                <a:close/>
              </a:path>
              <a:path w="3235325" h="1149985">
                <a:moveTo>
                  <a:pt x="2950898" y="714849"/>
                </a:moveTo>
                <a:lnTo>
                  <a:pt x="2866967" y="714849"/>
                </a:lnTo>
                <a:lnTo>
                  <a:pt x="2866967" y="1146062"/>
                </a:lnTo>
                <a:lnTo>
                  <a:pt x="2950898" y="1146062"/>
                </a:lnTo>
                <a:lnTo>
                  <a:pt x="2950898" y="1017123"/>
                </a:lnTo>
                <a:lnTo>
                  <a:pt x="3005636" y="959953"/>
                </a:lnTo>
                <a:lnTo>
                  <a:pt x="3098761" y="959953"/>
                </a:lnTo>
                <a:lnTo>
                  <a:pt x="3069392" y="919812"/>
                </a:lnTo>
                <a:lnTo>
                  <a:pt x="2950898" y="919812"/>
                </a:lnTo>
                <a:lnTo>
                  <a:pt x="2950898" y="714849"/>
                </a:lnTo>
                <a:close/>
              </a:path>
              <a:path w="3235325" h="1149985">
                <a:moveTo>
                  <a:pt x="3098761" y="959953"/>
                </a:moveTo>
                <a:lnTo>
                  <a:pt x="3005636" y="959953"/>
                </a:lnTo>
                <a:lnTo>
                  <a:pt x="3140048" y="1146062"/>
                </a:lnTo>
                <a:lnTo>
                  <a:pt x="3234927" y="1146062"/>
                </a:lnTo>
                <a:lnTo>
                  <a:pt x="3098761" y="959953"/>
                </a:lnTo>
                <a:close/>
              </a:path>
              <a:path w="3235325" h="1149985">
                <a:moveTo>
                  <a:pt x="3224587" y="714241"/>
                </a:moveTo>
                <a:lnTo>
                  <a:pt x="3132141" y="714241"/>
                </a:lnTo>
                <a:lnTo>
                  <a:pt x="2950898" y="919812"/>
                </a:lnTo>
                <a:lnTo>
                  <a:pt x="3069392" y="919812"/>
                </a:lnTo>
                <a:lnTo>
                  <a:pt x="3059158" y="905823"/>
                </a:lnTo>
                <a:lnTo>
                  <a:pt x="3224587" y="714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095" y="3141979"/>
            <a:ext cx="2503630" cy="18796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301" y="3560656"/>
            <a:ext cx="4410745" cy="199254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8095" y="6050279"/>
            <a:ext cx="2465361" cy="18796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9968" y="6469379"/>
            <a:ext cx="3659675" cy="53416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7427" y="7520431"/>
            <a:ext cx="3903453" cy="40812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8095" y="7178040"/>
            <a:ext cx="4857408" cy="244602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14895" y="1249680"/>
            <a:ext cx="2384816" cy="18796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06006" y="1668779"/>
            <a:ext cx="4666099" cy="826431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902195" y="2989579"/>
            <a:ext cx="2335643" cy="24358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86447" y="3406140"/>
            <a:ext cx="4558025" cy="1120902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902195" y="5021579"/>
            <a:ext cx="2318301" cy="242062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887718" y="5440679"/>
            <a:ext cx="5424513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1618" y="3180079"/>
            <a:ext cx="4619857" cy="345465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852966" y="4202408"/>
            <a:ext cx="5584190" cy="1768475"/>
          </a:xfrm>
          <a:custGeom>
            <a:avLst/>
            <a:gdLst/>
            <a:ahLst/>
            <a:cxnLst/>
            <a:rect l="l" t="t" r="r" b="b"/>
            <a:pathLst>
              <a:path w="5584190" h="1768475">
                <a:moveTo>
                  <a:pt x="601549" y="0"/>
                </a:moveTo>
                <a:lnTo>
                  <a:pt x="0" y="0"/>
                </a:lnTo>
                <a:lnTo>
                  <a:pt x="0" y="1360191"/>
                </a:lnTo>
                <a:lnTo>
                  <a:pt x="264375" y="1360191"/>
                </a:lnTo>
                <a:lnTo>
                  <a:pt x="264375" y="904240"/>
                </a:lnTo>
                <a:lnTo>
                  <a:pt x="823003" y="904240"/>
                </a:lnTo>
                <a:lnTo>
                  <a:pt x="789294" y="848682"/>
                </a:lnTo>
                <a:lnTo>
                  <a:pt x="825454" y="830722"/>
                </a:lnTo>
                <a:lnTo>
                  <a:pt x="859219" y="809409"/>
                </a:lnTo>
                <a:lnTo>
                  <a:pt x="890590" y="784744"/>
                </a:lnTo>
                <a:lnTo>
                  <a:pt x="919566" y="756726"/>
                </a:lnTo>
                <a:lnTo>
                  <a:pt x="945668" y="725834"/>
                </a:lnTo>
                <a:lnTo>
                  <a:pt x="968418" y="692548"/>
                </a:lnTo>
                <a:lnTo>
                  <a:pt x="979353" y="672432"/>
                </a:lnTo>
                <a:lnTo>
                  <a:pt x="264375" y="672432"/>
                </a:lnTo>
                <a:lnTo>
                  <a:pt x="264375" y="231807"/>
                </a:lnTo>
                <a:lnTo>
                  <a:pt x="975792" y="231807"/>
                </a:lnTo>
                <a:lnTo>
                  <a:pt x="964107" y="210733"/>
                </a:lnTo>
                <a:lnTo>
                  <a:pt x="939801" y="175292"/>
                </a:lnTo>
                <a:lnTo>
                  <a:pt x="911903" y="141766"/>
                </a:lnTo>
                <a:lnTo>
                  <a:pt x="881729" y="110874"/>
                </a:lnTo>
                <a:lnTo>
                  <a:pt x="848682" y="83335"/>
                </a:lnTo>
                <a:lnTo>
                  <a:pt x="812762" y="59149"/>
                </a:lnTo>
                <a:lnTo>
                  <a:pt x="773968" y="38315"/>
                </a:lnTo>
                <a:lnTo>
                  <a:pt x="733737" y="21552"/>
                </a:lnTo>
                <a:lnTo>
                  <a:pt x="691590" y="9578"/>
                </a:lnTo>
                <a:lnTo>
                  <a:pt x="647527" y="2394"/>
                </a:lnTo>
                <a:lnTo>
                  <a:pt x="601549" y="0"/>
                </a:lnTo>
                <a:close/>
              </a:path>
              <a:path w="5584190" h="1768475">
                <a:moveTo>
                  <a:pt x="823003" y="904240"/>
                </a:moveTo>
                <a:lnTo>
                  <a:pt x="528750" y="904240"/>
                </a:lnTo>
                <a:lnTo>
                  <a:pt x="808451" y="1360191"/>
                </a:lnTo>
                <a:lnTo>
                  <a:pt x="1099647" y="1360191"/>
                </a:lnTo>
                <a:lnTo>
                  <a:pt x="823003" y="904240"/>
                </a:lnTo>
                <a:close/>
              </a:path>
              <a:path w="5584190" h="1768475">
                <a:moveTo>
                  <a:pt x="975792" y="231807"/>
                </a:moveTo>
                <a:lnTo>
                  <a:pt x="584307" y="231807"/>
                </a:lnTo>
                <a:lnTo>
                  <a:pt x="607775" y="233603"/>
                </a:lnTo>
                <a:lnTo>
                  <a:pt x="630285" y="238991"/>
                </a:lnTo>
                <a:lnTo>
                  <a:pt x="672432" y="260543"/>
                </a:lnTo>
                <a:lnTo>
                  <a:pt x="710748" y="294548"/>
                </a:lnTo>
                <a:lnTo>
                  <a:pt x="741400" y="339089"/>
                </a:lnTo>
                <a:lnTo>
                  <a:pt x="761515" y="391294"/>
                </a:lnTo>
                <a:lnTo>
                  <a:pt x="768220" y="452119"/>
                </a:lnTo>
                <a:lnTo>
                  <a:pt x="766784" y="482053"/>
                </a:lnTo>
                <a:lnTo>
                  <a:pt x="755289" y="537610"/>
                </a:lnTo>
                <a:lnTo>
                  <a:pt x="732779" y="586941"/>
                </a:lnTo>
                <a:lnTo>
                  <a:pt x="702127" y="627172"/>
                </a:lnTo>
                <a:lnTo>
                  <a:pt x="664051" y="656268"/>
                </a:lnTo>
                <a:lnTo>
                  <a:pt x="619988" y="670636"/>
                </a:lnTo>
                <a:lnTo>
                  <a:pt x="595802" y="672432"/>
                </a:lnTo>
                <a:lnTo>
                  <a:pt x="979353" y="672432"/>
                </a:lnTo>
                <a:lnTo>
                  <a:pt x="1003859" y="618791"/>
                </a:lnTo>
                <a:lnTo>
                  <a:pt x="1017270" y="578201"/>
                </a:lnTo>
                <a:lnTo>
                  <a:pt x="1026848" y="536892"/>
                </a:lnTo>
                <a:lnTo>
                  <a:pt x="1032596" y="494865"/>
                </a:lnTo>
                <a:lnTo>
                  <a:pt x="1034511" y="452119"/>
                </a:lnTo>
                <a:lnTo>
                  <a:pt x="1032476" y="410212"/>
                </a:lnTo>
                <a:lnTo>
                  <a:pt x="1026369" y="368784"/>
                </a:lnTo>
                <a:lnTo>
                  <a:pt x="1016192" y="327834"/>
                </a:lnTo>
                <a:lnTo>
                  <a:pt x="1001943" y="287364"/>
                </a:lnTo>
                <a:lnTo>
                  <a:pt x="984821" y="248091"/>
                </a:lnTo>
                <a:lnTo>
                  <a:pt x="975792" y="231807"/>
                </a:lnTo>
                <a:close/>
              </a:path>
              <a:path w="5584190" h="1768475">
                <a:moveTo>
                  <a:pt x="1682922" y="339089"/>
                </a:moveTo>
                <a:lnTo>
                  <a:pt x="1629813" y="341112"/>
                </a:lnTo>
                <a:lnTo>
                  <a:pt x="1579045" y="347178"/>
                </a:lnTo>
                <a:lnTo>
                  <a:pt x="1530619" y="357289"/>
                </a:lnTo>
                <a:lnTo>
                  <a:pt x="1484534" y="371445"/>
                </a:lnTo>
                <a:lnTo>
                  <a:pt x="1440791" y="389644"/>
                </a:lnTo>
                <a:lnTo>
                  <a:pt x="1399389" y="411889"/>
                </a:lnTo>
                <a:lnTo>
                  <a:pt x="1354024" y="442158"/>
                </a:lnTo>
                <a:lnTo>
                  <a:pt x="1312950" y="476258"/>
                </a:lnTo>
                <a:lnTo>
                  <a:pt x="1276168" y="514190"/>
                </a:lnTo>
                <a:lnTo>
                  <a:pt x="1243676" y="555954"/>
                </a:lnTo>
                <a:lnTo>
                  <a:pt x="1215476" y="601549"/>
                </a:lnTo>
                <a:lnTo>
                  <a:pt x="1192717" y="650056"/>
                </a:lnTo>
                <a:lnTo>
                  <a:pt x="1175015" y="700556"/>
                </a:lnTo>
                <a:lnTo>
                  <a:pt x="1162371" y="753048"/>
                </a:lnTo>
                <a:lnTo>
                  <a:pt x="1154785" y="807532"/>
                </a:lnTo>
                <a:lnTo>
                  <a:pt x="1152256" y="864009"/>
                </a:lnTo>
                <a:lnTo>
                  <a:pt x="1154451" y="913339"/>
                </a:lnTo>
                <a:lnTo>
                  <a:pt x="1161356" y="965065"/>
                </a:lnTo>
                <a:lnTo>
                  <a:pt x="1172731" y="1013797"/>
                </a:lnTo>
                <a:lnTo>
                  <a:pt x="1188655" y="1061332"/>
                </a:lnTo>
                <a:lnTo>
                  <a:pt x="1209729" y="1106113"/>
                </a:lnTo>
                <a:lnTo>
                  <a:pt x="1234634" y="1148499"/>
                </a:lnTo>
                <a:lnTo>
                  <a:pt x="1263370" y="1188491"/>
                </a:lnTo>
                <a:lnTo>
                  <a:pt x="1295938" y="1226088"/>
                </a:lnTo>
                <a:lnTo>
                  <a:pt x="1332218" y="1259733"/>
                </a:lnTo>
                <a:lnTo>
                  <a:pt x="1372090" y="1289787"/>
                </a:lnTo>
                <a:lnTo>
                  <a:pt x="1415554" y="1316248"/>
                </a:lnTo>
                <a:lnTo>
                  <a:pt x="1462610" y="1339118"/>
                </a:lnTo>
                <a:lnTo>
                  <a:pt x="1512898" y="1356719"/>
                </a:lnTo>
                <a:lnTo>
                  <a:pt x="1566061" y="1369291"/>
                </a:lnTo>
                <a:lnTo>
                  <a:pt x="1622097" y="1376834"/>
                </a:lnTo>
                <a:lnTo>
                  <a:pt x="1681006" y="1379349"/>
                </a:lnTo>
                <a:lnTo>
                  <a:pt x="1735366" y="1377313"/>
                </a:lnTo>
                <a:lnTo>
                  <a:pt x="1787331" y="1371207"/>
                </a:lnTo>
                <a:lnTo>
                  <a:pt x="1836902" y="1361029"/>
                </a:lnTo>
                <a:lnTo>
                  <a:pt x="1884077" y="1346781"/>
                </a:lnTo>
                <a:lnTo>
                  <a:pt x="1928499" y="1327982"/>
                </a:lnTo>
                <a:lnTo>
                  <a:pt x="1969808" y="1306071"/>
                </a:lnTo>
                <a:lnTo>
                  <a:pt x="2008003" y="1281046"/>
                </a:lnTo>
                <a:lnTo>
                  <a:pt x="2043086" y="1252908"/>
                </a:lnTo>
                <a:lnTo>
                  <a:pt x="2075534" y="1222136"/>
                </a:lnTo>
                <a:lnTo>
                  <a:pt x="2101847" y="1191604"/>
                </a:lnTo>
                <a:lnTo>
                  <a:pt x="1690585" y="1191604"/>
                </a:lnTo>
                <a:lnTo>
                  <a:pt x="1657538" y="1189808"/>
                </a:lnTo>
                <a:lnTo>
                  <a:pt x="1594318" y="1175440"/>
                </a:lnTo>
                <a:lnTo>
                  <a:pt x="1536606" y="1145865"/>
                </a:lnTo>
                <a:lnTo>
                  <a:pt x="1488712" y="1101803"/>
                </a:lnTo>
                <a:lnTo>
                  <a:pt x="1451953" y="1044809"/>
                </a:lnTo>
                <a:lnTo>
                  <a:pt x="1429922" y="977757"/>
                </a:lnTo>
                <a:lnTo>
                  <a:pt x="1424294" y="940639"/>
                </a:lnTo>
                <a:lnTo>
                  <a:pt x="2200178" y="940639"/>
                </a:lnTo>
                <a:lnTo>
                  <a:pt x="2201136" y="932497"/>
                </a:lnTo>
                <a:lnTo>
                  <a:pt x="2204848" y="889991"/>
                </a:lnTo>
                <a:lnTo>
                  <a:pt x="2205925" y="854430"/>
                </a:lnTo>
                <a:lnTo>
                  <a:pt x="2203397" y="800788"/>
                </a:lnTo>
                <a:lnTo>
                  <a:pt x="2200050" y="777799"/>
                </a:lnTo>
                <a:lnTo>
                  <a:pt x="1418547" y="777799"/>
                </a:lnTo>
                <a:lnTo>
                  <a:pt x="1424055" y="740801"/>
                </a:lnTo>
                <a:lnTo>
                  <a:pt x="1445128" y="674707"/>
                </a:lnTo>
                <a:lnTo>
                  <a:pt x="1480091" y="618551"/>
                </a:lnTo>
                <a:lnTo>
                  <a:pt x="1526069" y="574489"/>
                </a:lnTo>
                <a:lnTo>
                  <a:pt x="1582105" y="543238"/>
                </a:lnTo>
                <a:lnTo>
                  <a:pt x="1645325" y="526954"/>
                </a:lnTo>
                <a:lnTo>
                  <a:pt x="1679091" y="524919"/>
                </a:lnTo>
                <a:lnTo>
                  <a:pt x="2092784" y="524919"/>
                </a:lnTo>
                <a:lnTo>
                  <a:pt x="2084773" y="514190"/>
                </a:lnTo>
                <a:lnTo>
                  <a:pt x="2049139" y="476258"/>
                </a:lnTo>
                <a:lnTo>
                  <a:pt x="2009062" y="442158"/>
                </a:lnTo>
                <a:lnTo>
                  <a:pt x="1964539" y="411889"/>
                </a:lnTo>
                <a:lnTo>
                  <a:pt x="1924255" y="389644"/>
                </a:lnTo>
                <a:lnTo>
                  <a:pt x="1881310" y="371445"/>
                </a:lnTo>
                <a:lnTo>
                  <a:pt x="1835704" y="357289"/>
                </a:lnTo>
                <a:lnTo>
                  <a:pt x="1787438" y="347178"/>
                </a:lnTo>
                <a:lnTo>
                  <a:pt x="1736510" y="341112"/>
                </a:lnTo>
                <a:lnTo>
                  <a:pt x="1682922" y="339089"/>
                </a:lnTo>
                <a:close/>
              </a:path>
              <a:path w="5584190" h="1768475">
                <a:moveTo>
                  <a:pt x="1928140" y="1055585"/>
                </a:moveTo>
                <a:lnTo>
                  <a:pt x="1892219" y="1111142"/>
                </a:lnTo>
                <a:lnTo>
                  <a:pt x="1834267" y="1155204"/>
                </a:lnTo>
                <a:lnTo>
                  <a:pt x="1764821" y="1182504"/>
                </a:lnTo>
                <a:lnTo>
                  <a:pt x="1690585" y="1191604"/>
                </a:lnTo>
                <a:lnTo>
                  <a:pt x="2101847" y="1191604"/>
                </a:lnTo>
                <a:lnTo>
                  <a:pt x="2103808" y="1189329"/>
                </a:lnTo>
                <a:lnTo>
                  <a:pt x="2104409" y="1188491"/>
                </a:lnTo>
                <a:lnTo>
                  <a:pt x="2128217" y="1154127"/>
                </a:lnTo>
                <a:lnTo>
                  <a:pt x="2148453" y="1116889"/>
                </a:lnTo>
                <a:lnTo>
                  <a:pt x="1928140" y="1055585"/>
                </a:lnTo>
                <a:close/>
              </a:path>
              <a:path w="5584190" h="1768475">
                <a:moveTo>
                  <a:pt x="2092784" y="524919"/>
                </a:moveTo>
                <a:lnTo>
                  <a:pt x="1679091" y="524919"/>
                </a:lnTo>
                <a:lnTo>
                  <a:pt x="1713694" y="526954"/>
                </a:lnTo>
                <a:lnTo>
                  <a:pt x="1746621" y="533061"/>
                </a:lnTo>
                <a:lnTo>
                  <a:pt x="1807447" y="557486"/>
                </a:lnTo>
                <a:lnTo>
                  <a:pt x="1859172" y="594844"/>
                </a:lnTo>
                <a:lnTo>
                  <a:pt x="1899403" y="645612"/>
                </a:lnTo>
                <a:lnTo>
                  <a:pt x="1928619" y="706437"/>
                </a:lnTo>
                <a:lnTo>
                  <a:pt x="1943466" y="777799"/>
                </a:lnTo>
                <a:lnTo>
                  <a:pt x="2200050" y="777799"/>
                </a:lnTo>
                <a:lnTo>
                  <a:pt x="2183166" y="698103"/>
                </a:lnTo>
                <a:lnTo>
                  <a:pt x="2165465" y="649060"/>
                </a:lnTo>
                <a:lnTo>
                  <a:pt x="2142705" y="601549"/>
                </a:lnTo>
                <a:lnTo>
                  <a:pt x="2115961" y="555954"/>
                </a:lnTo>
                <a:lnTo>
                  <a:pt x="2092784" y="524919"/>
                </a:lnTo>
                <a:close/>
              </a:path>
              <a:path w="5584190" h="1768475">
                <a:moveTo>
                  <a:pt x="2827845" y="339089"/>
                </a:moveTo>
                <a:lnTo>
                  <a:pt x="2774789" y="341058"/>
                </a:lnTo>
                <a:lnTo>
                  <a:pt x="2724181" y="346965"/>
                </a:lnTo>
                <a:lnTo>
                  <a:pt x="2676021" y="356810"/>
                </a:lnTo>
                <a:lnTo>
                  <a:pt x="2630308" y="370593"/>
                </a:lnTo>
                <a:lnTo>
                  <a:pt x="2587044" y="388314"/>
                </a:lnTo>
                <a:lnTo>
                  <a:pt x="2546228" y="409973"/>
                </a:lnTo>
                <a:lnTo>
                  <a:pt x="2500862" y="440242"/>
                </a:lnTo>
                <a:lnTo>
                  <a:pt x="2459788" y="474342"/>
                </a:lnTo>
                <a:lnTo>
                  <a:pt x="2423006" y="512275"/>
                </a:lnTo>
                <a:lnTo>
                  <a:pt x="2390515" y="554038"/>
                </a:lnTo>
                <a:lnTo>
                  <a:pt x="2362315" y="599633"/>
                </a:lnTo>
                <a:lnTo>
                  <a:pt x="2339555" y="647374"/>
                </a:lnTo>
                <a:lnTo>
                  <a:pt x="2321854" y="697107"/>
                </a:lnTo>
                <a:lnTo>
                  <a:pt x="2309210" y="748833"/>
                </a:lnTo>
                <a:lnTo>
                  <a:pt x="2301623" y="802551"/>
                </a:lnTo>
                <a:lnTo>
                  <a:pt x="2299094" y="858261"/>
                </a:lnTo>
                <a:lnTo>
                  <a:pt x="2301369" y="909388"/>
                </a:lnTo>
                <a:lnTo>
                  <a:pt x="2308194" y="959318"/>
                </a:lnTo>
                <a:lnTo>
                  <a:pt x="2319569" y="1008050"/>
                </a:lnTo>
                <a:lnTo>
                  <a:pt x="2335494" y="1055585"/>
                </a:lnTo>
                <a:lnTo>
                  <a:pt x="2356567" y="1101324"/>
                </a:lnTo>
                <a:lnTo>
                  <a:pt x="2381472" y="1144668"/>
                </a:lnTo>
                <a:lnTo>
                  <a:pt x="2410209" y="1185617"/>
                </a:lnTo>
                <a:lnTo>
                  <a:pt x="2442777" y="1224172"/>
                </a:lnTo>
                <a:lnTo>
                  <a:pt x="2479056" y="1258656"/>
                </a:lnTo>
                <a:lnTo>
                  <a:pt x="2518928" y="1289308"/>
                </a:lnTo>
                <a:lnTo>
                  <a:pt x="2562392" y="1316129"/>
                </a:lnTo>
                <a:lnTo>
                  <a:pt x="2609448" y="1339118"/>
                </a:lnTo>
                <a:lnTo>
                  <a:pt x="2659856" y="1356719"/>
                </a:lnTo>
                <a:lnTo>
                  <a:pt x="2713378" y="1369291"/>
                </a:lnTo>
                <a:lnTo>
                  <a:pt x="2770013" y="1376834"/>
                </a:lnTo>
                <a:lnTo>
                  <a:pt x="2829761" y="1379349"/>
                </a:lnTo>
                <a:lnTo>
                  <a:pt x="2883881" y="1377313"/>
                </a:lnTo>
                <a:lnTo>
                  <a:pt x="2935128" y="1371207"/>
                </a:lnTo>
                <a:lnTo>
                  <a:pt x="2983501" y="1361029"/>
                </a:lnTo>
                <a:lnTo>
                  <a:pt x="3029000" y="1346781"/>
                </a:lnTo>
                <a:lnTo>
                  <a:pt x="3072464" y="1327982"/>
                </a:lnTo>
                <a:lnTo>
                  <a:pt x="3112815" y="1306071"/>
                </a:lnTo>
                <a:lnTo>
                  <a:pt x="3150052" y="1281046"/>
                </a:lnTo>
                <a:lnTo>
                  <a:pt x="3184177" y="1252908"/>
                </a:lnTo>
                <a:lnTo>
                  <a:pt x="3215667" y="1222256"/>
                </a:lnTo>
                <a:lnTo>
                  <a:pt x="3243087" y="1189688"/>
                </a:lnTo>
                <a:lnTo>
                  <a:pt x="3262544" y="1160952"/>
                </a:lnTo>
                <a:lnTo>
                  <a:pt x="2825929" y="1160952"/>
                </a:lnTo>
                <a:lnTo>
                  <a:pt x="2790368" y="1158557"/>
                </a:lnTo>
                <a:lnTo>
                  <a:pt x="2724274" y="1139399"/>
                </a:lnTo>
                <a:lnTo>
                  <a:pt x="2665484" y="1100845"/>
                </a:lnTo>
                <a:lnTo>
                  <a:pt x="2617590" y="1047203"/>
                </a:lnTo>
                <a:lnTo>
                  <a:pt x="2582867" y="979673"/>
                </a:lnTo>
                <a:lnTo>
                  <a:pt x="2572091" y="941597"/>
                </a:lnTo>
                <a:lnTo>
                  <a:pt x="2565625" y="901126"/>
                </a:lnTo>
                <a:lnTo>
                  <a:pt x="2563470" y="858261"/>
                </a:lnTo>
                <a:lnTo>
                  <a:pt x="2565625" y="814678"/>
                </a:lnTo>
                <a:lnTo>
                  <a:pt x="2572091" y="773968"/>
                </a:lnTo>
                <a:lnTo>
                  <a:pt x="2582867" y="736131"/>
                </a:lnTo>
                <a:lnTo>
                  <a:pt x="2616752" y="668720"/>
                </a:lnTo>
                <a:lnTo>
                  <a:pt x="2663688" y="616037"/>
                </a:lnTo>
                <a:lnTo>
                  <a:pt x="2723196" y="579039"/>
                </a:lnTo>
                <a:lnTo>
                  <a:pt x="2790248" y="559881"/>
                </a:lnTo>
                <a:lnTo>
                  <a:pt x="2825929" y="557486"/>
                </a:lnTo>
                <a:lnTo>
                  <a:pt x="3259901" y="557486"/>
                </a:lnTo>
                <a:lnTo>
                  <a:pt x="3256516" y="551586"/>
                </a:lnTo>
                <a:lnTo>
                  <a:pt x="3226400" y="510895"/>
                </a:lnTo>
                <a:lnTo>
                  <a:pt x="3191533" y="473729"/>
                </a:lnTo>
                <a:lnTo>
                  <a:pt x="3151915" y="440089"/>
                </a:lnTo>
                <a:lnTo>
                  <a:pt x="3107546" y="409973"/>
                </a:lnTo>
                <a:lnTo>
                  <a:pt x="3067315" y="388314"/>
                </a:lnTo>
                <a:lnTo>
                  <a:pt x="3024530" y="370593"/>
                </a:lnTo>
                <a:lnTo>
                  <a:pt x="2979190" y="356810"/>
                </a:lnTo>
                <a:lnTo>
                  <a:pt x="2931296" y="346965"/>
                </a:lnTo>
                <a:lnTo>
                  <a:pt x="2880848" y="341058"/>
                </a:lnTo>
                <a:lnTo>
                  <a:pt x="2827845" y="339089"/>
                </a:lnTo>
                <a:close/>
              </a:path>
              <a:path w="5584190" h="1768475">
                <a:moveTo>
                  <a:pt x="3034747" y="1042174"/>
                </a:moveTo>
                <a:lnTo>
                  <a:pt x="3002060" y="1089590"/>
                </a:lnTo>
                <a:lnTo>
                  <a:pt x="2969971" y="1116171"/>
                </a:lnTo>
                <a:lnTo>
                  <a:pt x="2932613" y="1137244"/>
                </a:lnTo>
                <a:lnTo>
                  <a:pt x="2891664" y="1152331"/>
                </a:lnTo>
                <a:lnTo>
                  <a:pt x="2848559" y="1159994"/>
                </a:lnTo>
                <a:lnTo>
                  <a:pt x="2825929" y="1160952"/>
                </a:lnTo>
                <a:lnTo>
                  <a:pt x="3262544" y="1160952"/>
                </a:lnTo>
                <a:lnTo>
                  <a:pt x="3266435" y="1155204"/>
                </a:lnTo>
                <a:lnTo>
                  <a:pt x="3285712" y="1118805"/>
                </a:lnTo>
                <a:lnTo>
                  <a:pt x="3034747" y="1042174"/>
                </a:lnTo>
                <a:close/>
              </a:path>
              <a:path w="5584190" h="1768475">
                <a:moveTo>
                  <a:pt x="3259901" y="557486"/>
                </a:moveTo>
                <a:lnTo>
                  <a:pt x="2825929" y="557486"/>
                </a:lnTo>
                <a:lnTo>
                  <a:pt x="2857779" y="559402"/>
                </a:lnTo>
                <a:lnTo>
                  <a:pt x="2888192" y="565150"/>
                </a:lnTo>
                <a:lnTo>
                  <a:pt x="2944706" y="588139"/>
                </a:lnTo>
                <a:lnTo>
                  <a:pt x="2993079" y="623580"/>
                </a:lnTo>
                <a:lnTo>
                  <a:pt x="3030916" y="672432"/>
                </a:lnTo>
                <a:lnTo>
                  <a:pt x="3281881" y="595802"/>
                </a:lnTo>
                <a:lnTo>
                  <a:pt x="3259901" y="557486"/>
                </a:lnTo>
                <a:close/>
              </a:path>
              <a:path w="5584190" h="1768475">
                <a:moveTo>
                  <a:pt x="3805752" y="737568"/>
                </a:moveTo>
                <a:lnTo>
                  <a:pt x="3756325" y="739177"/>
                </a:lnTo>
                <a:lnTo>
                  <a:pt x="3709197" y="744005"/>
                </a:lnTo>
                <a:lnTo>
                  <a:pt x="3664369" y="752051"/>
                </a:lnTo>
                <a:lnTo>
                  <a:pt x="3621839" y="763316"/>
                </a:lnTo>
                <a:lnTo>
                  <a:pt x="3581608" y="777799"/>
                </a:lnTo>
                <a:lnTo>
                  <a:pt x="3535390" y="800070"/>
                </a:lnTo>
                <a:lnTo>
                  <a:pt x="3494441" y="826651"/>
                </a:lnTo>
                <a:lnTo>
                  <a:pt x="3458759" y="857543"/>
                </a:lnTo>
                <a:lnTo>
                  <a:pt x="3428347" y="892745"/>
                </a:lnTo>
                <a:lnTo>
                  <a:pt x="3404878" y="930701"/>
                </a:lnTo>
                <a:lnTo>
                  <a:pt x="3388116" y="971770"/>
                </a:lnTo>
                <a:lnTo>
                  <a:pt x="3378058" y="1015952"/>
                </a:lnTo>
                <a:lnTo>
                  <a:pt x="3374705" y="1063248"/>
                </a:lnTo>
                <a:lnTo>
                  <a:pt x="3377227" y="1103479"/>
                </a:lnTo>
                <a:lnTo>
                  <a:pt x="3377483" y="1107310"/>
                </a:lnTo>
                <a:lnTo>
                  <a:pt x="3385650" y="1148619"/>
                </a:lnTo>
                <a:lnTo>
                  <a:pt x="3385721" y="1148978"/>
                </a:lnTo>
                <a:lnTo>
                  <a:pt x="3399491" y="1188611"/>
                </a:lnTo>
                <a:lnTo>
                  <a:pt x="3418768" y="1226088"/>
                </a:lnTo>
                <a:lnTo>
                  <a:pt x="3443793" y="1259733"/>
                </a:lnTo>
                <a:lnTo>
                  <a:pt x="3472888" y="1289787"/>
                </a:lnTo>
                <a:lnTo>
                  <a:pt x="3506055" y="1316248"/>
                </a:lnTo>
                <a:lnTo>
                  <a:pt x="3543293" y="1339118"/>
                </a:lnTo>
                <a:lnTo>
                  <a:pt x="3584721" y="1356719"/>
                </a:lnTo>
                <a:lnTo>
                  <a:pt x="3628544" y="1369291"/>
                </a:lnTo>
                <a:lnTo>
                  <a:pt x="3674762" y="1376834"/>
                </a:lnTo>
                <a:lnTo>
                  <a:pt x="3723374" y="1379349"/>
                </a:lnTo>
                <a:lnTo>
                  <a:pt x="3773902" y="1376475"/>
                </a:lnTo>
                <a:lnTo>
                  <a:pt x="3823952" y="1367854"/>
                </a:lnTo>
                <a:lnTo>
                  <a:pt x="3873522" y="1353486"/>
                </a:lnTo>
                <a:lnTo>
                  <a:pt x="3922614" y="1333370"/>
                </a:lnTo>
                <a:lnTo>
                  <a:pt x="3969430" y="1307987"/>
                </a:lnTo>
                <a:lnTo>
                  <a:pt x="4012175" y="1277813"/>
                </a:lnTo>
                <a:lnTo>
                  <a:pt x="4050850" y="1242851"/>
                </a:lnTo>
                <a:lnTo>
                  <a:pt x="4085453" y="1203099"/>
                </a:lnTo>
                <a:lnTo>
                  <a:pt x="4365155" y="1203099"/>
                </a:lnTo>
                <a:lnTo>
                  <a:pt x="4365155" y="1191604"/>
                </a:lnTo>
                <a:lnTo>
                  <a:pt x="3796173" y="1191604"/>
                </a:lnTo>
                <a:lnTo>
                  <a:pt x="3769352" y="1190287"/>
                </a:lnTo>
                <a:lnTo>
                  <a:pt x="3721458" y="1179750"/>
                </a:lnTo>
                <a:lnTo>
                  <a:pt x="3681467" y="1159156"/>
                </a:lnTo>
                <a:lnTo>
                  <a:pt x="3650815" y="1131377"/>
                </a:lnTo>
                <a:lnTo>
                  <a:pt x="3629861" y="1097492"/>
                </a:lnTo>
                <a:lnTo>
                  <a:pt x="3618007" y="1042174"/>
                </a:lnTo>
                <a:lnTo>
                  <a:pt x="3621958" y="1008529"/>
                </a:lnTo>
                <a:lnTo>
                  <a:pt x="3653568" y="952014"/>
                </a:lnTo>
                <a:lnTo>
                  <a:pt x="3715950" y="909867"/>
                </a:lnTo>
                <a:lnTo>
                  <a:pt x="3754984" y="896098"/>
                </a:lnTo>
                <a:lnTo>
                  <a:pt x="3797700" y="887956"/>
                </a:lnTo>
                <a:lnTo>
                  <a:pt x="3796256" y="887956"/>
                </a:lnTo>
                <a:lnTo>
                  <a:pt x="3845983" y="885082"/>
                </a:lnTo>
                <a:lnTo>
                  <a:pt x="4303850" y="885082"/>
                </a:lnTo>
                <a:lnTo>
                  <a:pt x="4303850" y="777799"/>
                </a:lnTo>
                <a:lnTo>
                  <a:pt x="4047138" y="777799"/>
                </a:lnTo>
                <a:lnTo>
                  <a:pt x="4022114" y="767981"/>
                </a:lnTo>
                <a:lnTo>
                  <a:pt x="3994934" y="759599"/>
                </a:lnTo>
                <a:lnTo>
                  <a:pt x="3934108" y="747147"/>
                </a:lnTo>
                <a:lnTo>
                  <a:pt x="3869451" y="739963"/>
                </a:lnTo>
                <a:lnTo>
                  <a:pt x="3837482" y="738167"/>
                </a:lnTo>
                <a:lnTo>
                  <a:pt x="3805752" y="737568"/>
                </a:lnTo>
                <a:close/>
              </a:path>
              <a:path w="5584190" h="1768475">
                <a:moveTo>
                  <a:pt x="4365155" y="1203099"/>
                </a:moveTo>
                <a:lnTo>
                  <a:pt x="4085453" y="1203099"/>
                </a:lnTo>
                <a:lnTo>
                  <a:pt x="4091201" y="1254824"/>
                </a:lnTo>
                <a:lnTo>
                  <a:pt x="4107964" y="1300803"/>
                </a:lnTo>
                <a:lnTo>
                  <a:pt x="4139095" y="1339118"/>
                </a:lnTo>
                <a:lnTo>
                  <a:pt x="4188426" y="1364981"/>
                </a:lnTo>
                <a:lnTo>
                  <a:pt x="4255956" y="1373602"/>
                </a:lnTo>
                <a:lnTo>
                  <a:pt x="4266014" y="1373362"/>
                </a:lnTo>
                <a:lnTo>
                  <a:pt x="4315796" y="1367854"/>
                </a:lnTo>
                <a:lnTo>
                  <a:pt x="4365155" y="1360191"/>
                </a:lnTo>
                <a:lnTo>
                  <a:pt x="4365155" y="1203099"/>
                </a:lnTo>
                <a:close/>
              </a:path>
              <a:path w="5584190" h="1768475">
                <a:moveTo>
                  <a:pt x="4303850" y="885082"/>
                </a:moveTo>
                <a:lnTo>
                  <a:pt x="3845983" y="885082"/>
                </a:lnTo>
                <a:lnTo>
                  <a:pt x="3870289" y="885800"/>
                </a:lnTo>
                <a:lnTo>
                  <a:pt x="3895314" y="887956"/>
                </a:lnTo>
                <a:lnTo>
                  <a:pt x="3947518" y="896576"/>
                </a:lnTo>
                <a:lnTo>
                  <a:pt x="3999244" y="908550"/>
                </a:lnTo>
                <a:lnTo>
                  <a:pt x="4047138" y="925313"/>
                </a:lnTo>
                <a:lnTo>
                  <a:pt x="4047138" y="1026848"/>
                </a:lnTo>
                <a:lnTo>
                  <a:pt x="4033728" y="1068995"/>
                </a:lnTo>
                <a:lnTo>
                  <a:pt x="4009302" y="1103479"/>
                </a:lnTo>
                <a:lnTo>
                  <a:pt x="3980685" y="1130659"/>
                </a:lnTo>
                <a:lnTo>
                  <a:pt x="3935665" y="1158437"/>
                </a:lnTo>
                <a:lnTo>
                  <a:pt x="3881305" y="1179750"/>
                </a:lnTo>
                <a:lnTo>
                  <a:pt x="3824790" y="1190287"/>
                </a:lnTo>
                <a:lnTo>
                  <a:pt x="3796173" y="1191604"/>
                </a:lnTo>
                <a:lnTo>
                  <a:pt x="4365155" y="1191604"/>
                </a:lnTo>
                <a:lnTo>
                  <a:pt x="4365155" y="1151373"/>
                </a:lnTo>
                <a:lnTo>
                  <a:pt x="4349948" y="1148619"/>
                </a:lnTo>
                <a:lnTo>
                  <a:pt x="4336897" y="1144189"/>
                </a:lnTo>
                <a:lnTo>
                  <a:pt x="4307203" y="1107310"/>
                </a:lnTo>
                <a:lnTo>
                  <a:pt x="4303850" y="1072827"/>
                </a:lnTo>
                <a:lnTo>
                  <a:pt x="4303850" y="885082"/>
                </a:lnTo>
                <a:close/>
              </a:path>
              <a:path w="5584190" h="1768475">
                <a:moveTo>
                  <a:pt x="4247663" y="524919"/>
                </a:moveTo>
                <a:lnTo>
                  <a:pt x="3822994" y="524919"/>
                </a:lnTo>
                <a:lnTo>
                  <a:pt x="3875079" y="528151"/>
                </a:lnTo>
                <a:lnTo>
                  <a:pt x="3920219" y="537850"/>
                </a:lnTo>
                <a:lnTo>
                  <a:pt x="3958414" y="554014"/>
                </a:lnTo>
                <a:lnTo>
                  <a:pt x="3989665" y="576644"/>
                </a:lnTo>
                <a:lnTo>
                  <a:pt x="4032770" y="639385"/>
                </a:lnTo>
                <a:lnTo>
                  <a:pt x="4043546" y="679018"/>
                </a:lnTo>
                <a:lnTo>
                  <a:pt x="4047138" y="724158"/>
                </a:lnTo>
                <a:lnTo>
                  <a:pt x="4047138" y="777799"/>
                </a:lnTo>
                <a:lnTo>
                  <a:pt x="4303850" y="777799"/>
                </a:lnTo>
                <a:lnTo>
                  <a:pt x="4301387" y="697845"/>
                </a:lnTo>
                <a:lnTo>
                  <a:pt x="4293998" y="646550"/>
                </a:lnTo>
                <a:lnTo>
                  <a:pt x="4281682" y="599008"/>
                </a:lnTo>
                <a:lnTo>
                  <a:pt x="4264440" y="555219"/>
                </a:lnTo>
                <a:lnTo>
                  <a:pt x="4247663" y="524919"/>
                </a:lnTo>
                <a:close/>
              </a:path>
              <a:path w="5584190" h="1768475">
                <a:moveTo>
                  <a:pt x="3849815" y="339089"/>
                </a:moveTo>
                <a:lnTo>
                  <a:pt x="3792940" y="341125"/>
                </a:lnTo>
                <a:lnTo>
                  <a:pt x="3737264" y="347231"/>
                </a:lnTo>
                <a:lnTo>
                  <a:pt x="3682784" y="357409"/>
                </a:lnTo>
                <a:lnTo>
                  <a:pt x="3629502" y="371657"/>
                </a:lnTo>
                <a:lnTo>
                  <a:pt x="3578016" y="389977"/>
                </a:lnTo>
                <a:lnTo>
                  <a:pt x="3527008" y="412367"/>
                </a:lnTo>
                <a:lnTo>
                  <a:pt x="3476480" y="438829"/>
                </a:lnTo>
                <a:lnTo>
                  <a:pt x="3426431" y="469361"/>
                </a:lnTo>
                <a:lnTo>
                  <a:pt x="3508809" y="637949"/>
                </a:lnTo>
                <a:lnTo>
                  <a:pt x="3549519" y="611846"/>
                </a:lnTo>
                <a:lnTo>
                  <a:pt x="3589271" y="589097"/>
                </a:lnTo>
                <a:lnTo>
                  <a:pt x="3628065" y="569699"/>
                </a:lnTo>
                <a:lnTo>
                  <a:pt x="3665901" y="553655"/>
                </a:lnTo>
                <a:lnTo>
                  <a:pt x="3703738" y="541083"/>
                </a:lnTo>
                <a:lnTo>
                  <a:pt x="3742532" y="532103"/>
                </a:lnTo>
                <a:lnTo>
                  <a:pt x="3782284" y="526715"/>
                </a:lnTo>
                <a:lnTo>
                  <a:pt x="3822994" y="524919"/>
                </a:lnTo>
                <a:lnTo>
                  <a:pt x="4247663" y="524919"/>
                </a:lnTo>
                <a:lnTo>
                  <a:pt x="4242272" y="515183"/>
                </a:lnTo>
                <a:lnTo>
                  <a:pt x="4215178" y="478901"/>
                </a:lnTo>
                <a:lnTo>
                  <a:pt x="4183157" y="446372"/>
                </a:lnTo>
                <a:lnTo>
                  <a:pt x="4147266" y="417909"/>
                </a:lnTo>
                <a:lnTo>
                  <a:pt x="4107465" y="393826"/>
                </a:lnTo>
                <a:lnTo>
                  <a:pt x="4063754" y="374121"/>
                </a:lnTo>
                <a:lnTo>
                  <a:pt x="4016134" y="358794"/>
                </a:lnTo>
                <a:lnTo>
                  <a:pt x="3964604" y="347847"/>
                </a:lnTo>
                <a:lnTo>
                  <a:pt x="3909164" y="341279"/>
                </a:lnTo>
                <a:lnTo>
                  <a:pt x="3849815" y="339089"/>
                </a:lnTo>
                <a:close/>
              </a:path>
              <a:path w="5584190" h="1768475">
                <a:moveTo>
                  <a:pt x="4767884" y="356331"/>
                </a:moveTo>
                <a:lnTo>
                  <a:pt x="4543740" y="356331"/>
                </a:lnTo>
                <a:lnTo>
                  <a:pt x="4543740" y="1768249"/>
                </a:lnTo>
                <a:lnTo>
                  <a:pt x="4800452" y="1768249"/>
                </a:lnTo>
                <a:lnTo>
                  <a:pt x="4800452" y="1183941"/>
                </a:lnTo>
                <a:lnTo>
                  <a:pt x="5490931" y="1183941"/>
                </a:lnTo>
                <a:lnTo>
                  <a:pt x="5502541" y="1166316"/>
                </a:lnTo>
                <a:lnTo>
                  <a:pt x="5505362" y="1160952"/>
                </a:lnTo>
                <a:lnTo>
                  <a:pt x="5059080" y="1160952"/>
                </a:lnTo>
                <a:lnTo>
                  <a:pt x="5032379" y="1159395"/>
                </a:lnTo>
                <a:lnTo>
                  <a:pt x="4979696" y="1146943"/>
                </a:lnTo>
                <a:lnTo>
                  <a:pt x="4928569" y="1121439"/>
                </a:lnTo>
                <a:lnTo>
                  <a:pt x="4882590" y="1085040"/>
                </a:lnTo>
                <a:lnTo>
                  <a:pt x="4843557" y="1039660"/>
                </a:lnTo>
                <a:lnTo>
                  <a:pt x="4812904" y="988892"/>
                </a:lnTo>
                <a:lnTo>
                  <a:pt x="4800452" y="961712"/>
                </a:lnTo>
                <a:lnTo>
                  <a:pt x="4800452" y="726074"/>
                </a:lnTo>
                <a:lnTo>
                  <a:pt x="4825237" y="674707"/>
                </a:lnTo>
                <a:lnTo>
                  <a:pt x="4850741" y="644175"/>
                </a:lnTo>
                <a:lnTo>
                  <a:pt x="4881393" y="617354"/>
                </a:lnTo>
                <a:lnTo>
                  <a:pt x="4915517" y="594604"/>
                </a:lnTo>
                <a:lnTo>
                  <a:pt x="4950959" y="577363"/>
                </a:lnTo>
                <a:lnTo>
                  <a:pt x="4988077" y="565030"/>
                </a:lnTo>
                <a:lnTo>
                  <a:pt x="5043754" y="557486"/>
                </a:lnTo>
                <a:lnTo>
                  <a:pt x="5498349" y="557486"/>
                </a:lnTo>
                <a:lnTo>
                  <a:pt x="5479710" y="529229"/>
                </a:lnTo>
                <a:lnTo>
                  <a:pt x="5479322" y="528750"/>
                </a:lnTo>
                <a:lnTo>
                  <a:pt x="4767884" y="528750"/>
                </a:lnTo>
                <a:lnTo>
                  <a:pt x="4767884" y="356331"/>
                </a:lnTo>
                <a:close/>
              </a:path>
              <a:path w="5584190" h="1768475">
                <a:moveTo>
                  <a:pt x="5490931" y="1183941"/>
                </a:moveTo>
                <a:lnTo>
                  <a:pt x="4800452" y="1183941"/>
                </a:lnTo>
                <a:lnTo>
                  <a:pt x="4827752" y="1226686"/>
                </a:lnTo>
                <a:lnTo>
                  <a:pt x="4859841" y="1264882"/>
                </a:lnTo>
                <a:lnTo>
                  <a:pt x="4896719" y="1298528"/>
                </a:lnTo>
                <a:lnTo>
                  <a:pt x="4938387" y="1327623"/>
                </a:lnTo>
                <a:lnTo>
                  <a:pt x="4985083" y="1350253"/>
                </a:lnTo>
                <a:lnTo>
                  <a:pt x="5035133" y="1366417"/>
                </a:lnTo>
                <a:lnTo>
                  <a:pt x="5088535" y="1376116"/>
                </a:lnTo>
                <a:lnTo>
                  <a:pt x="5145289" y="1379349"/>
                </a:lnTo>
                <a:lnTo>
                  <a:pt x="5195406" y="1376590"/>
                </a:lnTo>
                <a:lnTo>
                  <a:pt x="5243070" y="1368314"/>
                </a:lnTo>
                <a:lnTo>
                  <a:pt x="5288282" y="1354520"/>
                </a:lnTo>
                <a:lnTo>
                  <a:pt x="5331042" y="1335210"/>
                </a:lnTo>
                <a:lnTo>
                  <a:pt x="5371349" y="1310381"/>
                </a:lnTo>
                <a:lnTo>
                  <a:pt x="5409435" y="1280112"/>
                </a:lnTo>
                <a:lnTo>
                  <a:pt x="5443995" y="1246012"/>
                </a:lnTo>
                <a:lnTo>
                  <a:pt x="5475030" y="1208080"/>
                </a:lnTo>
                <a:lnTo>
                  <a:pt x="5490931" y="1183941"/>
                </a:lnTo>
                <a:close/>
              </a:path>
              <a:path w="5584190" h="1768475">
                <a:moveTo>
                  <a:pt x="5498349" y="557486"/>
                </a:moveTo>
                <a:lnTo>
                  <a:pt x="5043754" y="557486"/>
                </a:lnTo>
                <a:lnTo>
                  <a:pt x="5072849" y="558923"/>
                </a:lnTo>
                <a:lnTo>
                  <a:pt x="5100748" y="563234"/>
                </a:lnTo>
                <a:lnTo>
                  <a:pt x="5152952" y="580476"/>
                </a:lnTo>
                <a:lnTo>
                  <a:pt x="5201325" y="608254"/>
                </a:lnTo>
                <a:lnTo>
                  <a:pt x="5242993" y="645612"/>
                </a:lnTo>
                <a:lnTo>
                  <a:pt x="5276519" y="689195"/>
                </a:lnTo>
                <a:lnTo>
                  <a:pt x="5300466" y="739484"/>
                </a:lnTo>
                <a:lnTo>
                  <a:pt x="5316271" y="795520"/>
                </a:lnTo>
                <a:lnTo>
                  <a:pt x="5321540" y="856345"/>
                </a:lnTo>
                <a:lnTo>
                  <a:pt x="5320342" y="885800"/>
                </a:lnTo>
                <a:lnTo>
                  <a:pt x="5310763" y="943273"/>
                </a:lnTo>
                <a:lnTo>
                  <a:pt x="5292563" y="997513"/>
                </a:lnTo>
                <a:lnTo>
                  <a:pt x="5265743" y="1046365"/>
                </a:lnTo>
                <a:lnTo>
                  <a:pt x="5230661" y="1088991"/>
                </a:lnTo>
                <a:lnTo>
                  <a:pt x="5189472" y="1122517"/>
                </a:lnTo>
                <a:lnTo>
                  <a:pt x="5141697" y="1146943"/>
                </a:lnTo>
                <a:lnTo>
                  <a:pt x="5088056" y="1159395"/>
                </a:lnTo>
                <a:lnTo>
                  <a:pt x="5059080" y="1160952"/>
                </a:lnTo>
                <a:lnTo>
                  <a:pt x="5505362" y="1160952"/>
                </a:lnTo>
                <a:lnTo>
                  <a:pt x="5526526" y="1120721"/>
                </a:lnTo>
                <a:lnTo>
                  <a:pt x="5547216" y="1072137"/>
                </a:lnTo>
                <a:lnTo>
                  <a:pt x="5563309" y="1021408"/>
                </a:lnTo>
                <a:lnTo>
                  <a:pt x="5574803" y="968533"/>
                </a:lnTo>
                <a:lnTo>
                  <a:pt x="5581700" y="913512"/>
                </a:lnTo>
                <a:lnTo>
                  <a:pt x="5583999" y="856345"/>
                </a:lnTo>
                <a:lnTo>
                  <a:pt x="5581724" y="803662"/>
                </a:lnTo>
                <a:lnTo>
                  <a:pt x="5574899" y="752894"/>
                </a:lnTo>
                <a:lnTo>
                  <a:pt x="5563524" y="704042"/>
                </a:lnTo>
                <a:lnTo>
                  <a:pt x="5547599" y="657106"/>
                </a:lnTo>
                <a:lnTo>
                  <a:pt x="5528562" y="611607"/>
                </a:lnTo>
                <a:lnTo>
                  <a:pt x="5505932" y="568981"/>
                </a:lnTo>
                <a:lnTo>
                  <a:pt x="5498349" y="557486"/>
                </a:lnTo>
                <a:close/>
              </a:path>
              <a:path w="5584190" h="1768475">
                <a:moveTo>
                  <a:pt x="5114637" y="339089"/>
                </a:moveTo>
                <a:lnTo>
                  <a:pt x="5059679" y="342322"/>
                </a:lnTo>
                <a:lnTo>
                  <a:pt x="5007833" y="352021"/>
                </a:lnTo>
                <a:lnTo>
                  <a:pt x="4959101" y="368185"/>
                </a:lnTo>
                <a:lnTo>
                  <a:pt x="4913482" y="390815"/>
                </a:lnTo>
                <a:lnTo>
                  <a:pt x="4871335" y="418115"/>
                </a:lnTo>
                <a:lnTo>
                  <a:pt x="4833020" y="450204"/>
                </a:lnTo>
                <a:lnTo>
                  <a:pt x="4798536" y="487082"/>
                </a:lnTo>
                <a:lnTo>
                  <a:pt x="4767884" y="528750"/>
                </a:lnTo>
                <a:lnTo>
                  <a:pt x="5479322" y="528750"/>
                </a:lnTo>
                <a:lnTo>
                  <a:pt x="5449896" y="492351"/>
                </a:lnTo>
                <a:lnTo>
                  <a:pt x="5416849" y="457987"/>
                </a:lnTo>
                <a:lnTo>
                  <a:pt x="5380928" y="427694"/>
                </a:lnTo>
                <a:lnTo>
                  <a:pt x="5342134" y="401472"/>
                </a:lnTo>
                <a:lnTo>
                  <a:pt x="5300466" y="379321"/>
                </a:lnTo>
                <a:lnTo>
                  <a:pt x="5257242" y="361719"/>
                </a:lnTo>
                <a:lnTo>
                  <a:pt x="5211862" y="349147"/>
                </a:lnTo>
                <a:lnTo>
                  <a:pt x="5164327" y="341604"/>
                </a:lnTo>
                <a:lnTo>
                  <a:pt x="5114637" y="3390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2026-04-09T10:42:57Z</dcterms:created>
  <dcterms:modified xsi:type="dcterms:W3CDTF">2026-04-09T10:42:57Z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2026-04-09T00:00:00Z</vt:filetime>
  </property>
  <property fmtid="{D5CDD505-2E9C-101B-9397-08002B2CF9AE}" pid="3" name="LastSaved">
    <vt:filetime>2026-04-09T00:00:00Z</vt:filetime>
  </property>
  <property fmtid="{D5CDD505-2E9C-101B-9397-08002B2CF9AE}" pid="4" name="Producer">
    <vt:lpwstr>iLovePDF</vt:lpwstr>
  </property>
</Properties>
</file>